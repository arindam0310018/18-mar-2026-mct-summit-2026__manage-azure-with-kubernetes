
<file path=[Content_Types].xml><?xml version="1.0" encoding="utf-8"?>
<Types xmlns="http://schemas.openxmlformats.org/package/2006/content-types">
  <Default Extension="jpeg" ContentType="image/jpeg"/>
  <Default Extension="jpg" ContentType="image/pn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3" r:id="rId2"/>
  </p:sldMasterIdLst>
  <p:notesMasterIdLst>
    <p:notesMasterId r:id="rId17"/>
  </p:notesMasterIdLst>
  <p:handoutMasterIdLst>
    <p:handoutMasterId r:id="rId18"/>
  </p:handoutMasterIdLst>
  <p:sldIdLst>
    <p:sldId id="2127" r:id="rId3"/>
    <p:sldId id="2142535275" r:id="rId4"/>
    <p:sldId id="2142535297" r:id="rId5"/>
    <p:sldId id="2142535277" r:id="rId6"/>
    <p:sldId id="2142535278" r:id="rId7"/>
    <p:sldId id="2142535279" r:id="rId8"/>
    <p:sldId id="2142535291" r:id="rId9"/>
    <p:sldId id="2142535292" r:id="rId10"/>
    <p:sldId id="2142535293" r:id="rId11"/>
    <p:sldId id="2142535294" r:id="rId12"/>
    <p:sldId id="2142535295" r:id="rId13"/>
    <p:sldId id="2142535296" r:id="rId14"/>
    <p:sldId id="2142535273" r:id="rId15"/>
    <p:sldId id="2142535274" r:id="rId1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DFE3FA7-7462-4A83-87B8-9472DCEC63B0}" v="3" dt="2026-03-18T11:22:39.583"/>
  </p1510:revLst>
</p1510:revInfo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Helle Formatvorlage 2 - Akz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Helle Formatvorlage 2 - Akz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66" autoAdjust="0"/>
    <p:restoredTop sz="93409" autoAdjust="0"/>
  </p:normalViewPr>
  <p:slideViewPr>
    <p:cSldViewPr snapToGrid="0">
      <p:cViewPr varScale="1">
        <p:scale>
          <a:sx n="74" d="100"/>
          <a:sy n="74" d="100"/>
        </p:scale>
        <p:origin x="756" y="2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microsoft.com/office/2015/10/relationships/revisionInfo" Target="revisionInfo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microsoft.com/office/2016/11/relationships/changesInfo" Target="changesInfos/changesInfo1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indam Mitra" userId="bafdd63e89f4ec1d" providerId="LiveId" clId="{DE6222D8-1A9B-449D-AAAA-198DFFFD9037}"/>
    <pc:docChg chg="undo custSel addSld modSld sldOrd">
      <pc:chgData name="Arindam Mitra" userId="bafdd63e89f4ec1d" providerId="LiveId" clId="{DE6222D8-1A9B-449D-AAAA-198DFFFD9037}" dt="2026-03-18T11:23:20.421" v="223"/>
      <pc:docMkLst>
        <pc:docMk/>
      </pc:docMkLst>
      <pc:sldChg chg="addSp delSp modSp mod delAnim">
        <pc:chgData name="Arindam Mitra" userId="bafdd63e89f4ec1d" providerId="LiveId" clId="{DE6222D8-1A9B-449D-AAAA-198DFFFD9037}" dt="2026-03-18T11:11:35.106" v="29" actId="1036"/>
        <pc:sldMkLst>
          <pc:docMk/>
          <pc:sldMk cId="3986248312" sldId="2142535273"/>
        </pc:sldMkLst>
        <pc:picChg chg="add mod">
          <ac:chgData name="Arindam Mitra" userId="bafdd63e89f4ec1d" providerId="LiveId" clId="{DE6222D8-1A9B-449D-AAAA-198DFFFD9037}" dt="2026-03-18T11:11:35.106" v="29" actId="1036"/>
          <ac:picMkLst>
            <pc:docMk/>
            <pc:sldMk cId="3986248312" sldId="2142535273"/>
            <ac:picMk id="5" creationId="{702AA2E0-73F9-7B6D-E2E4-9905EE5BDED3}"/>
          </ac:picMkLst>
        </pc:picChg>
        <pc:picChg chg="del">
          <ac:chgData name="Arindam Mitra" userId="bafdd63e89f4ec1d" providerId="LiveId" clId="{DE6222D8-1A9B-449D-AAAA-198DFFFD9037}" dt="2026-03-18T11:11:05.860" v="0" actId="478"/>
          <ac:picMkLst>
            <pc:docMk/>
            <pc:sldMk cId="3986248312" sldId="2142535273"/>
            <ac:picMk id="6" creationId="{FFB9D9BF-DD3C-34B2-3717-9B6FE35ED220}"/>
          </ac:picMkLst>
        </pc:picChg>
      </pc:sldChg>
      <pc:sldChg chg="addSp delSp modSp mod addAnim delAnim">
        <pc:chgData name="Arindam Mitra" userId="bafdd63e89f4ec1d" providerId="LiveId" clId="{DE6222D8-1A9B-449D-AAAA-198DFFFD9037}" dt="2026-03-18T11:18:48.152" v="43" actId="14100"/>
        <pc:sldMkLst>
          <pc:docMk/>
          <pc:sldMk cId="3543254514" sldId="2142535274"/>
        </pc:sldMkLst>
        <pc:picChg chg="add del">
          <ac:chgData name="Arindam Mitra" userId="bafdd63e89f4ec1d" providerId="LiveId" clId="{DE6222D8-1A9B-449D-AAAA-198DFFFD9037}" dt="2026-03-18T11:18:24.826" v="34" actId="478"/>
          <ac:picMkLst>
            <pc:docMk/>
            <pc:sldMk cId="3543254514" sldId="2142535274"/>
            <ac:picMk id="5" creationId="{2E867245-88DE-6D38-B7C8-53C4B17573C0}"/>
          </ac:picMkLst>
        </pc:picChg>
        <pc:picChg chg="add del">
          <ac:chgData name="Arindam Mitra" userId="bafdd63e89f4ec1d" providerId="LiveId" clId="{DE6222D8-1A9B-449D-AAAA-198DFFFD9037}" dt="2026-03-18T11:18:19.296" v="32" actId="22"/>
          <ac:picMkLst>
            <pc:docMk/>
            <pc:sldMk cId="3543254514" sldId="2142535274"/>
            <ac:picMk id="6" creationId="{5E6A58E0-2A51-7DF2-4236-3731867D1C1D}"/>
          </ac:picMkLst>
        </pc:picChg>
        <pc:picChg chg="add mod">
          <ac:chgData name="Arindam Mitra" userId="bafdd63e89f4ec1d" providerId="LiveId" clId="{DE6222D8-1A9B-449D-AAAA-198DFFFD9037}" dt="2026-03-18T11:18:48.152" v="43" actId="14100"/>
          <ac:picMkLst>
            <pc:docMk/>
            <pc:sldMk cId="3543254514" sldId="2142535274"/>
            <ac:picMk id="9" creationId="{5B359E7C-F424-E663-01AC-263970016A30}"/>
          </ac:picMkLst>
        </pc:picChg>
      </pc:sldChg>
      <pc:sldChg chg="addSp delSp modSp add mod ord addAnim delAnim modAnim">
        <pc:chgData name="Arindam Mitra" userId="bafdd63e89f4ec1d" providerId="LiveId" clId="{DE6222D8-1A9B-449D-AAAA-198DFFFD9037}" dt="2026-03-18T11:23:20.421" v="223"/>
        <pc:sldMkLst>
          <pc:docMk/>
          <pc:sldMk cId="1988888441" sldId="2142535297"/>
        </pc:sldMkLst>
        <pc:spChg chg="add mod">
          <ac:chgData name="Arindam Mitra" userId="bafdd63e89f4ec1d" providerId="LiveId" clId="{DE6222D8-1A9B-449D-AAAA-198DFFFD9037}" dt="2026-03-18T11:20:41.722" v="48"/>
          <ac:spMkLst>
            <pc:docMk/>
            <pc:sldMk cId="1988888441" sldId="2142535297"/>
            <ac:spMk id="2" creationId="{17FDD91D-981F-F2AA-B286-B7CEFEAC8516}"/>
          </ac:spMkLst>
        </pc:spChg>
        <pc:spChg chg="mod">
          <ac:chgData name="Arindam Mitra" userId="bafdd63e89f4ec1d" providerId="LiveId" clId="{DE6222D8-1A9B-449D-AAAA-198DFFFD9037}" dt="2026-03-18T11:21:33.538" v="123" actId="20577"/>
          <ac:spMkLst>
            <pc:docMk/>
            <pc:sldMk cId="1988888441" sldId="2142535297"/>
            <ac:spMk id="79" creationId="{89B9A85A-2D48-8775-0562-38783CA7FD21}"/>
          </ac:spMkLst>
        </pc:spChg>
        <pc:picChg chg="add del">
          <ac:chgData name="Arindam Mitra" userId="bafdd63e89f4ec1d" providerId="LiveId" clId="{DE6222D8-1A9B-449D-AAAA-198DFFFD9037}" dt="2026-03-18T11:21:38.923" v="124" actId="478"/>
          <ac:picMkLst>
            <pc:docMk/>
            <pc:sldMk cId="1988888441" sldId="2142535297"/>
            <ac:picMk id="5" creationId="{1D1EFFDD-602B-C593-DADE-7F2F86419BB3}"/>
          </ac:picMkLst>
        </pc:picChg>
        <pc:picChg chg="add mod">
          <ac:chgData name="Arindam Mitra" userId="bafdd63e89f4ec1d" providerId="LiveId" clId="{DE6222D8-1A9B-449D-AAAA-198DFFFD9037}" dt="2026-03-18T11:22:16.459" v="220" actId="1038"/>
          <ac:picMkLst>
            <pc:docMk/>
            <pc:sldMk cId="1988888441" sldId="2142535297"/>
            <ac:picMk id="7" creationId="{3D78E7A5-8D0E-39C8-9C9E-08EC70BF3D74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5BED2B9-D72D-8466-E8B4-D49475161BD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5D1706C-2B36-C91C-60E7-523CE774A3A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27EA58-27B7-4D85-9938-0172CB108DE6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76535D-44FF-D6C1-5758-7C023020C9B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8AE98D-E456-281E-2B13-F47D1E71D62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308B1D-6F90-4712-A89B-D338FD8959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3152684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1D069F-4DFF-491E-8E87-2B15D9BB19B3}" type="datetimeFigureOut">
              <a:rPr lang="de-DE" smtClean="0"/>
              <a:t>18.03.2026</a:t>
            </a:fld>
            <a:endParaRPr lang="de-DE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 dirty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161EBF-09D5-4785-A74F-CAE44663E517}" type="slidenum">
              <a:rPr lang="de-DE" smtClean="0"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488256805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502671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98E3FF9-A8A6-4681-B98E-642EA117B0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A0AD8CA-2059-426B-8228-3B4492D643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54DD8FD-9B86-4633-A389-1540ED23D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EC8DDDD-5D76-4679-B2B7-3959C12E47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20DD060-9C7B-420E-9BF7-BBEFA8D5F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1F990-5220-4BFC-8029-5B810CB83A8A}" type="slidenum">
              <a:rPr lang="de-DE" smtClean="0"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722830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03E02E0-4804-4184-B2A2-FAACAA29E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AEA811A-192E-4616-9361-86736C4F22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88FB714-67A0-459E-AF8A-D74C04A8C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44E9666-854C-4032-826A-2DEDFF672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D8105E2-0450-46FA-A9DF-C4F4F9AAE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1F990-5220-4BFC-8029-5B810CB83A8A}" type="slidenum">
              <a:rPr lang="de-DE" smtClean="0"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683441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827C930-C9A6-4815-8CA9-BC2F3F995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4A6A158-12CC-4715-8EDD-EC4DB6EE6F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D7D5B7D-FD7A-42D2-8192-26A85C88E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E938C55-881F-496C-8509-637A0A9705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1EB8631-A885-4BB7-A4C2-7F0EA6871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1F990-5220-4BFC-8029-5B810CB83A8A}" type="slidenum">
              <a:rPr lang="de-DE" smtClean="0"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9250354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9523CDE-F19B-4FFB-8B81-F73CCF971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B03C8D4-79AF-4983-B49E-7972C4057F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0329070-3E9E-4CC5-B1A3-E231A33777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7C7615E-E82D-4C4C-91A9-FB6210E1E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7AA4B06-1CF3-4A0D-979D-91D13C5CA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58879E6-897B-4EB0-B089-26E4B4F91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1F990-5220-4BFC-8029-5B810CB83A8A}" type="slidenum">
              <a:rPr lang="de-DE" smtClean="0"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63555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3168B73-3D97-4A0D-BF7D-15C0D08BC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4051472-E913-4BAF-B297-CE83A3B24D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AE9F375-F0C7-403C-B073-495E7192C7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311CC3EA-408B-48C2-AD2A-F8C156461A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08143DF8-46E9-4578-9620-21FA5E7611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D00BBC95-17E8-446B-BAF0-ED07E7A0D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C75B0694-FAC4-4EC9-90C3-AD6772E333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03A67A32-A6CD-450A-B8B8-48FB53C21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1F990-5220-4BFC-8029-5B810CB83A8A}" type="slidenum">
              <a:rPr lang="de-DE" smtClean="0"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774713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09BC8D8-1943-4E7F-A438-86E8D59305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8CC0E86-144D-44AB-ABFC-9DEEE7D63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86D3276-FD1D-4BB9-8561-607D4B454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2011030-DA1C-4193-9AA2-6C9CA71EC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1F990-5220-4BFC-8029-5B810CB83A8A}" type="slidenum">
              <a:rPr lang="de-DE" smtClean="0"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417402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A10D61D6-023C-4C57-BD71-06F992799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685785F4-89D6-45F5-82DC-CFAEBD01D0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BB282EE-7CD1-4AD6-BA92-FC057CA54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1F990-5220-4BFC-8029-5B810CB83A8A}" type="slidenum">
              <a:rPr lang="de-DE" smtClean="0"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262360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37AECDF-FB38-4D6F-8FCB-4EB3A7807D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D5A852A-233A-4513-8A7D-9077466C12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A78776B-6912-479B-A5D9-6517CDFDCB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8291BF3-29BA-4A66-8374-8284C0BFD6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1C86E30-4344-4644-AF80-930B4AB3E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C6B96EB-CEED-4EC7-84E4-3E1A5FBC1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1F990-5220-4BFC-8029-5B810CB83A8A}" type="slidenum">
              <a:rPr lang="de-DE" smtClean="0"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825817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069C7DA-BF93-48F4-9251-FBE6F7798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A070BD64-A435-4B4D-A427-98603D6465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F41D54B-8F32-4CB3-B931-15E7A37ABD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1BD30FB-A6B9-4A45-8FD6-3FDEFA9B2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395DD9A-E36D-4A51-843E-D9DD20E82A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330B5D9-2D70-4F86-90AB-6502ECAFC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1F990-5220-4BFC-8029-5B810CB83A8A}" type="slidenum">
              <a:rPr lang="de-DE" smtClean="0"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2849188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83F1EE2-CC68-4466-8C1B-051EBC6EA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AC4B119F-6BFE-464F-BE5A-CFBA9C12ED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9630805-1D1B-475E-B65F-6722A10FF0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F66E9AA-0EF6-4FA8-B4AB-AD0BC63189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17AC794-95E3-42A9-A2FB-F41BAA4CE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1F990-5220-4BFC-8029-5B810CB83A8A}" type="slidenum">
              <a:rPr lang="de-DE" smtClean="0"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4096174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9095867F-DA2B-4243-AD9E-AD0FD59F9A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03B772DA-9C3F-462F-A864-0046E23F62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8804F2A-5C63-4DAB-AC51-5022780850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83B21CE-6B41-453B-9ED1-863435BED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4490DEE-D26B-498A-9E51-EB4A5386E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1F990-5220-4BFC-8029-5B810CB83A8A}" type="slidenum">
              <a:rPr lang="de-DE" smtClean="0"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67370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51511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1" y="0"/>
            <a:ext cx="451103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46"/>
            <a:endParaRPr lang="id-ID" sz="1800">
              <a:solidFill>
                <a:prstClr val="white"/>
              </a:solidFill>
            </a:endParaRPr>
          </a:p>
        </p:txBody>
      </p:sp>
      <p:sp>
        <p:nvSpPr>
          <p:cNvPr id="10" name="Rectangle 9"/>
          <p:cNvSpPr/>
          <p:nvPr userDrawn="1"/>
        </p:nvSpPr>
        <p:spPr>
          <a:xfrm>
            <a:off x="0" y="0"/>
            <a:ext cx="48768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46"/>
            <a:endParaRPr lang="id-ID" sz="1800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12100560" y="0"/>
            <a:ext cx="91440" cy="6858000"/>
          </a:xfrm>
          <a:prstGeom prst="rect">
            <a:avLst/>
          </a:prstGeom>
          <a:solidFill>
            <a:schemeClr val="accent3">
              <a:alpha val="7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46"/>
            <a:endParaRPr lang="id-ID" sz="180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6759" y="3124200"/>
            <a:ext cx="3657600" cy="6096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12462496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About 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0" y="381000"/>
            <a:ext cx="4998720" cy="609600"/>
          </a:xfrm>
          <a:noFill/>
          <a:ln>
            <a:noFill/>
          </a:ln>
        </p:spPr>
        <p:txBody>
          <a:bodyPr lIns="91440"/>
          <a:lstStyle/>
          <a:p>
            <a:r>
              <a:rPr lang="en-US" dirty="0"/>
              <a:t>Click to edit title</a:t>
            </a:r>
            <a:endParaRPr lang="id-ID" dirty="0"/>
          </a:p>
        </p:txBody>
      </p:sp>
      <p:sp>
        <p:nvSpPr>
          <p:cNvPr id="6" name="Rectangle 5"/>
          <p:cNvSpPr/>
          <p:nvPr userDrawn="1"/>
        </p:nvSpPr>
        <p:spPr>
          <a:xfrm>
            <a:off x="1" y="0"/>
            <a:ext cx="451103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46"/>
            <a:endParaRPr lang="id-ID" sz="1800">
              <a:solidFill>
                <a:prstClr val="white"/>
              </a:solidFill>
            </a:endParaRPr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48768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46"/>
            <a:endParaRPr lang="id-ID" sz="1800">
              <a:solidFill>
                <a:prstClr val="white"/>
              </a:solidFill>
            </a:endParaRPr>
          </a:p>
        </p:txBody>
      </p:sp>
      <p:grpSp>
        <p:nvGrpSpPr>
          <p:cNvPr id="12" name="Group 11"/>
          <p:cNvGrpSpPr>
            <a:grpSpLocks noChangeAspect="1"/>
          </p:cNvGrpSpPr>
          <p:nvPr userDrawn="1"/>
        </p:nvGrpSpPr>
        <p:grpSpPr>
          <a:xfrm>
            <a:off x="1036319" y="441960"/>
            <a:ext cx="2926080" cy="2924251"/>
            <a:chOff x="6949416" y="2948916"/>
            <a:chExt cx="4389120" cy="4389120"/>
          </a:xfrm>
        </p:grpSpPr>
        <p:sp>
          <p:nvSpPr>
            <p:cNvPr id="13" name="Oval 12"/>
            <p:cNvSpPr>
              <a:spLocks noChangeAspect="1"/>
            </p:cNvSpPr>
            <p:nvPr userDrawn="1"/>
          </p:nvSpPr>
          <p:spPr>
            <a:xfrm>
              <a:off x="6949416" y="2948916"/>
              <a:ext cx="4389120" cy="4389120"/>
            </a:xfrm>
            <a:prstGeom prst="ellipse">
              <a:avLst/>
            </a:prstGeom>
            <a:solidFill>
              <a:schemeClr val="accent5"/>
            </a:solidFill>
            <a:ln w="1905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46"/>
              <a:endParaRPr lang="id-ID" sz="1800">
                <a:solidFill>
                  <a:prstClr val="white"/>
                </a:solidFill>
              </a:endParaRPr>
            </a:p>
          </p:txBody>
        </p:sp>
        <p:sp>
          <p:nvSpPr>
            <p:cNvPr id="14" name="Oval 13"/>
            <p:cNvSpPr>
              <a:spLocks noChangeAspect="1"/>
            </p:cNvSpPr>
            <p:nvPr userDrawn="1"/>
          </p:nvSpPr>
          <p:spPr>
            <a:xfrm>
              <a:off x="7132342" y="3131842"/>
              <a:ext cx="4023360" cy="4023360"/>
            </a:xfrm>
            <a:prstGeom prst="ellipse">
              <a:avLst/>
            </a:prstGeom>
            <a:solidFill>
              <a:schemeClr val="accent6"/>
            </a:solidFill>
            <a:ln w="152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46"/>
              <a:endParaRPr lang="id-ID" sz="1800">
                <a:solidFill>
                  <a:prstClr val="white"/>
                </a:solidFill>
              </a:endParaRPr>
            </a:p>
          </p:txBody>
        </p:sp>
      </p:grpSp>
      <p:grpSp>
        <p:nvGrpSpPr>
          <p:cNvPr id="18" name="Group 17"/>
          <p:cNvGrpSpPr>
            <a:grpSpLocks noChangeAspect="1"/>
          </p:cNvGrpSpPr>
          <p:nvPr userDrawn="1"/>
        </p:nvGrpSpPr>
        <p:grpSpPr>
          <a:xfrm>
            <a:off x="5059680" y="381762"/>
            <a:ext cx="609600" cy="608076"/>
            <a:chOff x="7680960" y="480060"/>
            <a:chExt cx="1097280" cy="1097280"/>
          </a:xfrm>
        </p:grpSpPr>
        <p:grpSp>
          <p:nvGrpSpPr>
            <p:cNvPr id="19" name="Group 18"/>
            <p:cNvGrpSpPr/>
            <p:nvPr/>
          </p:nvGrpSpPr>
          <p:grpSpPr>
            <a:xfrm>
              <a:off x="7680960" y="480060"/>
              <a:ext cx="1097280" cy="1097280"/>
              <a:chOff x="8366760" y="2720340"/>
              <a:chExt cx="1097280" cy="1097280"/>
            </a:xfrm>
          </p:grpSpPr>
          <p:sp>
            <p:nvSpPr>
              <p:cNvPr id="21" name="Oval 20"/>
              <p:cNvSpPr>
                <a:spLocks noChangeAspect="1"/>
              </p:cNvSpPr>
              <p:nvPr userDrawn="1"/>
            </p:nvSpPr>
            <p:spPr>
              <a:xfrm>
                <a:off x="8366760" y="2720340"/>
                <a:ext cx="1097280" cy="1097280"/>
              </a:xfrm>
              <a:prstGeom prst="ellipse">
                <a:avLst/>
              </a:prstGeom>
              <a:solidFill>
                <a:schemeClr val="accent5"/>
              </a:solidFill>
              <a:ln w="1905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446"/>
                <a:endParaRPr lang="id-ID" sz="1800">
                  <a:solidFill>
                    <a:prstClr val="white"/>
                  </a:solidFill>
                </a:endParaRPr>
              </a:p>
            </p:txBody>
          </p:sp>
          <p:sp>
            <p:nvSpPr>
              <p:cNvPr id="22" name="Oval 21"/>
              <p:cNvSpPr>
                <a:spLocks noChangeAspect="1"/>
              </p:cNvSpPr>
              <p:nvPr userDrawn="1"/>
            </p:nvSpPr>
            <p:spPr>
              <a:xfrm>
                <a:off x="8412480" y="2766060"/>
                <a:ext cx="1005840" cy="1005840"/>
              </a:xfrm>
              <a:prstGeom prst="ellipse">
                <a:avLst/>
              </a:prstGeom>
              <a:solidFill>
                <a:schemeClr val="accent6"/>
              </a:solidFill>
              <a:ln w="152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446"/>
                <a:endParaRPr lang="id-ID" sz="1800">
                  <a:solidFill>
                    <a:prstClr val="white"/>
                  </a:solidFill>
                </a:endParaRPr>
              </a:p>
            </p:txBody>
          </p:sp>
          <p:sp>
            <p:nvSpPr>
              <p:cNvPr id="23" name="Oval 22"/>
              <p:cNvSpPr>
                <a:spLocks noChangeAspect="1"/>
              </p:cNvSpPr>
              <p:nvPr/>
            </p:nvSpPr>
            <p:spPr>
              <a:xfrm>
                <a:off x="8458200" y="2811780"/>
                <a:ext cx="914400" cy="914400"/>
              </a:xfrm>
              <a:prstGeom prst="ellipse">
                <a:avLst/>
              </a:prstGeom>
              <a:solidFill>
                <a:schemeClr val="accent3"/>
              </a:solidFill>
              <a:ln w="152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446"/>
                <a:endParaRPr lang="id-ID" sz="180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20" name="Freeform 179"/>
            <p:cNvSpPr>
              <a:spLocks/>
            </p:cNvSpPr>
            <p:nvPr/>
          </p:nvSpPr>
          <p:spPr bwMode="auto">
            <a:xfrm>
              <a:off x="7989093" y="754380"/>
              <a:ext cx="481013" cy="481013"/>
            </a:xfrm>
            <a:custGeom>
              <a:avLst/>
              <a:gdLst>
                <a:gd name="T0" fmla="*/ 128 w 128"/>
                <a:gd name="T1" fmla="*/ 128 h 128"/>
                <a:gd name="T2" fmla="*/ 128 w 128"/>
                <a:gd name="T3" fmla="*/ 115 h 128"/>
                <a:gd name="T4" fmla="*/ 118 w 128"/>
                <a:gd name="T5" fmla="*/ 101 h 128"/>
                <a:gd name="T6" fmla="*/ 118 w 128"/>
                <a:gd name="T7" fmla="*/ 101 h 128"/>
                <a:gd name="T8" fmla="*/ 83 w 128"/>
                <a:gd name="T9" fmla="*/ 84 h 128"/>
                <a:gd name="T10" fmla="*/ 85 w 128"/>
                <a:gd name="T11" fmla="*/ 72 h 128"/>
                <a:gd name="T12" fmla="*/ 88 w 128"/>
                <a:gd name="T13" fmla="*/ 68 h 128"/>
                <a:gd name="T14" fmla="*/ 88 w 128"/>
                <a:gd name="T15" fmla="*/ 68 h 128"/>
                <a:gd name="T16" fmla="*/ 88 w 128"/>
                <a:gd name="T17" fmla="*/ 68 h 128"/>
                <a:gd name="T18" fmla="*/ 97 w 128"/>
                <a:gd name="T19" fmla="*/ 36 h 128"/>
                <a:gd name="T20" fmla="*/ 64 w 128"/>
                <a:gd name="T21" fmla="*/ 0 h 128"/>
                <a:gd name="T22" fmla="*/ 64 w 128"/>
                <a:gd name="T23" fmla="*/ 0 h 128"/>
                <a:gd name="T24" fmla="*/ 64 w 128"/>
                <a:gd name="T25" fmla="*/ 0 h 128"/>
                <a:gd name="T26" fmla="*/ 64 w 128"/>
                <a:gd name="T27" fmla="*/ 0 h 128"/>
                <a:gd name="T28" fmla="*/ 64 w 128"/>
                <a:gd name="T29" fmla="*/ 0 h 128"/>
                <a:gd name="T30" fmla="*/ 31 w 128"/>
                <a:gd name="T31" fmla="*/ 36 h 128"/>
                <a:gd name="T32" fmla="*/ 40 w 128"/>
                <a:gd name="T33" fmla="*/ 68 h 128"/>
                <a:gd name="T34" fmla="*/ 40 w 128"/>
                <a:gd name="T35" fmla="*/ 68 h 128"/>
                <a:gd name="T36" fmla="*/ 40 w 128"/>
                <a:gd name="T37" fmla="*/ 68 h 128"/>
                <a:gd name="T38" fmla="*/ 43 w 128"/>
                <a:gd name="T39" fmla="*/ 72 h 128"/>
                <a:gd name="T40" fmla="*/ 45 w 128"/>
                <a:gd name="T41" fmla="*/ 84 h 128"/>
                <a:gd name="T42" fmla="*/ 10 w 128"/>
                <a:gd name="T43" fmla="*/ 101 h 128"/>
                <a:gd name="T44" fmla="*/ 10 w 128"/>
                <a:gd name="T45" fmla="*/ 101 h 128"/>
                <a:gd name="T46" fmla="*/ 0 w 128"/>
                <a:gd name="T47" fmla="*/ 115 h 128"/>
                <a:gd name="T48" fmla="*/ 0 w 128"/>
                <a:gd name="T49" fmla="*/ 128 h 128"/>
                <a:gd name="T50" fmla="*/ 128 w 128"/>
                <a:gd name="T51" fmla="*/ 128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28" h="128">
                  <a:moveTo>
                    <a:pt x="128" y="128"/>
                  </a:moveTo>
                  <a:cubicBezTo>
                    <a:pt x="128" y="115"/>
                    <a:pt x="128" y="115"/>
                    <a:pt x="128" y="115"/>
                  </a:cubicBezTo>
                  <a:cubicBezTo>
                    <a:pt x="128" y="108"/>
                    <a:pt x="124" y="103"/>
                    <a:pt x="118" y="101"/>
                  </a:cubicBezTo>
                  <a:cubicBezTo>
                    <a:pt x="118" y="101"/>
                    <a:pt x="118" y="101"/>
                    <a:pt x="118" y="101"/>
                  </a:cubicBezTo>
                  <a:cubicBezTo>
                    <a:pt x="117" y="100"/>
                    <a:pt x="87" y="93"/>
                    <a:pt x="83" y="84"/>
                  </a:cubicBezTo>
                  <a:cubicBezTo>
                    <a:pt x="81" y="80"/>
                    <a:pt x="83" y="75"/>
                    <a:pt x="85" y="72"/>
                  </a:cubicBezTo>
                  <a:cubicBezTo>
                    <a:pt x="86" y="71"/>
                    <a:pt x="87" y="69"/>
                    <a:pt x="88" y="68"/>
                  </a:cubicBezTo>
                  <a:cubicBezTo>
                    <a:pt x="88" y="68"/>
                    <a:pt x="88" y="68"/>
                    <a:pt x="88" y="68"/>
                  </a:cubicBezTo>
                  <a:cubicBezTo>
                    <a:pt x="88" y="68"/>
                    <a:pt x="88" y="68"/>
                    <a:pt x="88" y="68"/>
                  </a:cubicBezTo>
                  <a:cubicBezTo>
                    <a:pt x="93" y="60"/>
                    <a:pt x="97" y="49"/>
                    <a:pt x="97" y="36"/>
                  </a:cubicBezTo>
                  <a:cubicBezTo>
                    <a:pt x="98" y="16"/>
                    <a:pt x="82" y="0"/>
                    <a:pt x="64" y="0"/>
                  </a:cubicBezTo>
                  <a:cubicBezTo>
                    <a:pt x="64" y="0"/>
                    <a:pt x="64" y="0"/>
                    <a:pt x="64" y="0"/>
                  </a:cubicBezTo>
                  <a:cubicBezTo>
                    <a:pt x="64" y="0"/>
                    <a:pt x="64" y="0"/>
                    <a:pt x="64" y="0"/>
                  </a:cubicBezTo>
                  <a:cubicBezTo>
                    <a:pt x="64" y="0"/>
                    <a:pt x="64" y="0"/>
                    <a:pt x="64" y="0"/>
                  </a:cubicBezTo>
                  <a:cubicBezTo>
                    <a:pt x="64" y="0"/>
                    <a:pt x="64" y="0"/>
                    <a:pt x="64" y="0"/>
                  </a:cubicBezTo>
                  <a:cubicBezTo>
                    <a:pt x="46" y="0"/>
                    <a:pt x="30" y="16"/>
                    <a:pt x="31" y="36"/>
                  </a:cubicBezTo>
                  <a:cubicBezTo>
                    <a:pt x="31" y="49"/>
                    <a:pt x="35" y="60"/>
                    <a:pt x="40" y="68"/>
                  </a:cubicBezTo>
                  <a:cubicBezTo>
                    <a:pt x="40" y="68"/>
                    <a:pt x="40" y="68"/>
                    <a:pt x="40" y="68"/>
                  </a:cubicBezTo>
                  <a:cubicBezTo>
                    <a:pt x="40" y="68"/>
                    <a:pt x="40" y="68"/>
                    <a:pt x="40" y="68"/>
                  </a:cubicBezTo>
                  <a:cubicBezTo>
                    <a:pt x="41" y="69"/>
                    <a:pt x="42" y="71"/>
                    <a:pt x="43" y="72"/>
                  </a:cubicBezTo>
                  <a:cubicBezTo>
                    <a:pt x="45" y="75"/>
                    <a:pt x="47" y="80"/>
                    <a:pt x="45" y="84"/>
                  </a:cubicBezTo>
                  <a:cubicBezTo>
                    <a:pt x="41" y="93"/>
                    <a:pt x="11" y="100"/>
                    <a:pt x="10" y="101"/>
                  </a:cubicBezTo>
                  <a:cubicBezTo>
                    <a:pt x="10" y="101"/>
                    <a:pt x="10" y="101"/>
                    <a:pt x="10" y="101"/>
                  </a:cubicBezTo>
                  <a:cubicBezTo>
                    <a:pt x="4" y="103"/>
                    <a:pt x="0" y="108"/>
                    <a:pt x="0" y="115"/>
                  </a:cubicBezTo>
                  <a:cubicBezTo>
                    <a:pt x="0" y="128"/>
                    <a:pt x="0" y="128"/>
                    <a:pt x="0" y="128"/>
                  </a:cubicBezTo>
                  <a:lnTo>
                    <a:pt x="128" y="12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446"/>
              <a:endParaRPr lang="id-ID" sz="1800">
                <a:solidFill>
                  <a:prstClr val="black"/>
                </a:solidFill>
              </a:endParaRPr>
            </a:p>
          </p:txBody>
        </p:sp>
      </p:grpSp>
      <p:sp>
        <p:nvSpPr>
          <p:cNvPr id="25" name="Picture Placeholder 24"/>
          <p:cNvSpPr>
            <a:spLocks noGrp="1" noChangeAspect="1"/>
          </p:cNvSpPr>
          <p:nvPr>
            <p:ph type="pic" sz="quarter" idx="11"/>
          </p:nvPr>
        </p:nvSpPr>
        <p:spPr>
          <a:xfrm>
            <a:off x="1219199" y="623925"/>
            <a:ext cx="2560320" cy="2560320"/>
          </a:xfrm>
          <a:custGeom>
            <a:avLst/>
            <a:gdLst>
              <a:gd name="connsiteX0" fmla="*/ 1769315 w 3840479"/>
              <a:gd name="connsiteY0" fmla="*/ 0 h 3832859"/>
              <a:gd name="connsiteX1" fmla="*/ 2071163 w 3840479"/>
              <a:gd name="connsiteY1" fmla="*/ 0 h 3832859"/>
              <a:gd name="connsiteX2" fmla="*/ 2116572 w 3840479"/>
              <a:gd name="connsiteY2" fmla="*/ 2293 h 3832859"/>
              <a:gd name="connsiteX3" fmla="*/ 3840479 w 3840479"/>
              <a:gd name="connsiteY3" fmla="*/ 1912619 h 3832859"/>
              <a:gd name="connsiteX4" fmla="*/ 1920239 w 3840479"/>
              <a:gd name="connsiteY4" fmla="*/ 3832859 h 3832859"/>
              <a:gd name="connsiteX5" fmla="*/ 9913 w 3840479"/>
              <a:gd name="connsiteY5" fmla="*/ 2108953 h 3832859"/>
              <a:gd name="connsiteX6" fmla="*/ 0 w 3840479"/>
              <a:gd name="connsiteY6" fmla="*/ 1912639 h 3832859"/>
              <a:gd name="connsiteX7" fmla="*/ 0 w 3840479"/>
              <a:gd name="connsiteY7" fmla="*/ 1912600 h 3832859"/>
              <a:gd name="connsiteX8" fmla="*/ 9913 w 3840479"/>
              <a:gd name="connsiteY8" fmla="*/ 1716286 h 3832859"/>
              <a:gd name="connsiteX9" fmla="*/ 1723906 w 3840479"/>
              <a:gd name="connsiteY9" fmla="*/ 2293 h 3832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840479" h="3832859">
                <a:moveTo>
                  <a:pt x="1769315" y="0"/>
                </a:moveTo>
                <a:lnTo>
                  <a:pt x="2071163" y="0"/>
                </a:lnTo>
                <a:lnTo>
                  <a:pt x="2116572" y="2293"/>
                </a:lnTo>
                <a:cubicBezTo>
                  <a:pt x="3084865" y="100629"/>
                  <a:pt x="3840479" y="918383"/>
                  <a:pt x="3840479" y="1912619"/>
                </a:cubicBezTo>
                <a:cubicBezTo>
                  <a:pt x="3840479" y="2973138"/>
                  <a:pt x="2980758" y="3832859"/>
                  <a:pt x="1920239" y="3832859"/>
                </a:cubicBezTo>
                <a:cubicBezTo>
                  <a:pt x="926003" y="3832859"/>
                  <a:pt x="108249" y="3077245"/>
                  <a:pt x="9913" y="2108953"/>
                </a:cubicBezTo>
                <a:lnTo>
                  <a:pt x="0" y="1912639"/>
                </a:lnTo>
                <a:lnTo>
                  <a:pt x="0" y="1912600"/>
                </a:lnTo>
                <a:lnTo>
                  <a:pt x="9913" y="1716286"/>
                </a:lnTo>
                <a:cubicBezTo>
                  <a:pt x="101693" y="812546"/>
                  <a:pt x="820166" y="94073"/>
                  <a:pt x="1723906" y="2293"/>
                </a:cubicBez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600"/>
            </a:lvl1pPr>
          </a:lstStyle>
          <a:p>
            <a:endParaRPr lang="id-ID" dirty="0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0" hasCustomPrompt="1"/>
          </p:nvPr>
        </p:nvSpPr>
        <p:spPr>
          <a:xfrm>
            <a:off x="5120640" y="1356360"/>
            <a:ext cx="6461760" cy="4876800"/>
          </a:xfrm>
        </p:spPr>
        <p:txBody>
          <a:bodyPr lIns="0" tIns="0">
            <a:no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None/>
              <a:defRPr sz="1467" baseline="0"/>
            </a:lvl1pPr>
            <a:lvl2pPr marL="457223" indent="0">
              <a:buFont typeface="Arial" panose="020B0604020202020204" pitchFamily="34" charset="0"/>
              <a:buNone/>
              <a:defRPr sz="1333"/>
            </a:lvl2pPr>
            <a:lvl3pPr marL="914446" indent="0">
              <a:buFont typeface="Arial" panose="020B0604020202020204" pitchFamily="34" charset="0"/>
              <a:buNone/>
              <a:defRPr sz="1333"/>
            </a:lvl3pPr>
            <a:lvl4pPr marL="1371669" indent="0">
              <a:buFont typeface="Arial" panose="020B0604020202020204" pitchFamily="34" charset="0"/>
              <a:buNone/>
              <a:defRPr sz="1333"/>
            </a:lvl4pPr>
            <a:lvl5pPr marL="1828891" indent="0">
              <a:buFont typeface="Arial" panose="020B0604020202020204" pitchFamily="34" charset="0"/>
              <a:buNone/>
              <a:defRPr sz="1333"/>
            </a:lvl5pPr>
          </a:lstStyle>
          <a:p>
            <a:pPr lvl="0"/>
            <a:r>
              <a:rPr lang="en-US" dirty="0"/>
              <a:t>Click to edit Personal Info</a:t>
            </a:r>
          </a:p>
        </p:txBody>
      </p:sp>
      <p:sp>
        <p:nvSpPr>
          <p:cNvPr id="27" name="Rectangle 26"/>
          <p:cNvSpPr/>
          <p:nvPr userDrawn="1"/>
        </p:nvSpPr>
        <p:spPr>
          <a:xfrm>
            <a:off x="12100560" y="0"/>
            <a:ext cx="91440" cy="6858000"/>
          </a:xfrm>
          <a:prstGeom prst="rect">
            <a:avLst/>
          </a:prstGeom>
          <a:solidFill>
            <a:schemeClr val="accent3">
              <a:alpha val="7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46"/>
            <a:endParaRPr lang="id-ID" sz="18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2241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  <p:extLst>
    <p:ext uri="{DCECCB84-F9BA-43D5-87BE-67443E8EF086}">
      <p15:sldGuideLst xmlns:p15="http://schemas.microsoft.com/office/powerpoint/2012/main">
        <p15:guide id="1" orient="horz" pos="3240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Educ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5059680" y="381000"/>
            <a:ext cx="609600" cy="609600"/>
            <a:chOff x="7680960" y="617220"/>
            <a:chExt cx="1097280" cy="1097280"/>
          </a:xfrm>
        </p:grpSpPr>
        <p:grpSp>
          <p:nvGrpSpPr>
            <p:cNvPr id="19" name="Group 18"/>
            <p:cNvGrpSpPr/>
            <p:nvPr/>
          </p:nvGrpSpPr>
          <p:grpSpPr>
            <a:xfrm>
              <a:off x="7680960" y="617220"/>
              <a:ext cx="1097280" cy="1097280"/>
              <a:chOff x="8366760" y="2720340"/>
              <a:chExt cx="1097280" cy="1097280"/>
            </a:xfrm>
          </p:grpSpPr>
          <p:sp>
            <p:nvSpPr>
              <p:cNvPr id="21" name="Oval 20"/>
              <p:cNvSpPr>
                <a:spLocks noChangeAspect="1"/>
              </p:cNvSpPr>
              <p:nvPr userDrawn="1"/>
            </p:nvSpPr>
            <p:spPr>
              <a:xfrm>
                <a:off x="8366760" y="2720340"/>
                <a:ext cx="1097280" cy="1097280"/>
              </a:xfrm>
              <a:prstGeom prst="ellipse">
                <a:avLst/>
              </a:prstGeom>
              <a:solidFill>
                <a:schemeClr val="accent5"/>
              </a:solidFill>
              <a:ln w="1905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446"/>
                <a:endParaRPr lang="id-ID" sz="1800">
                  <a:solidFill>
                    <a:prstClr val="white"/>
                  </a:solidFill>
                </a:endParaRPr>
              </a:p>
            </p:txBody>
          </p:sp>
          <p:sp>
            <p:nvSpPr>
              <p:cNvPr id="22" name="Oval 21"/>
              <p:cNvSpPr>
                <a:spLocks noChangeAspect="1"/>
              </p:cNvSpPr>
              <p:nvPr userDrawn="1"/>
            </p:nvSpPr>
            <p:spPr>
              <a:xfrm>
                <a:off x="8412480" y="2766060"/>
                <a:ext cx="1005840" cy="1005840"/>
              </a:xfrm>
              <a:prstGeom prst="ellipse">
                <a:avLst/>
              </a:prstGeom>
              <a:solidFill>
                <a:schemeClr val="accent6"/>
              </a:solidFill>
              <a:ln w="152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446"/>
                <a:endParaRPr lang="id-ID" sz="1800">
                  <a:solidFill>
                    <a:prstClr val="white"/>
                  </a:solidFill>
                </a:endParaRPr>
              </a:p>
            </p:txBody>
          </p:sp>
          <p:sp>
            <p:nvSpPr>
              <p:cNvPr id="23" name="Oval 22"/>
              <p:cNvSpPr>
                <a:spLocks noChangeAspect="1"/>
              </p:cNvSpPr>
              <p:nvPr/>
            </p:nvSpPr>
            <p:spPr>
              <a:xfrm>
                <a:off x="8458200" y="2811780"/>
                <a:ext cx="914400" cy="914400"/>
              </a:xfrm>
              <a:prstGeom prst="ellipse">
                <a:avLst/>
              </a:prstGeom>
              <a:solidFill>
                <a:schemeClr val="accent3"/>
              </a:solidFill>
              <a:ln w="152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446"/>
                <a:endParaRPr lang="id-ID" sz="1800">
                  <a:solidFill>
                    <a:prstClr val="white"/>
                  </a:solidFill>
                </a:endParaRPr>
              </a:p>
            </p:txBody>
          </p:sp>
        </p:grpSp>
        <p:grpSp>
          <p:nvGrpSpPr>
            <p:cNvPr id="16" name="Group 15"/>
            <p:cNvGrpSpPr>
              <a:grpSpLocks noChangeAspect="1"/>
            </p:cNvGrpSpPr>
            <p:nvPr userDrawn="1"/>
          </p:nvGrpSpPr>
          <p:grpSpPr>
            <a:xfrm>
              <a:off x="7955280" y="965116"/>
              <a:ext cx="548640" cy="337904"/>
              <a:chOff x="13411560" y="4277155"/>
              <a:chExt cx="479425" cy="295275"/>
            </a:xfrm>
            <a:solidFill>
              <a:schemeClr val="bg1"/>
            </a:solidFill>
          </p:grpSpPr>
          <p:sp>
            <p:nvSpPr>
              <p:cNvPr id="24" name="Freeform 129"/>
              <p:cNvSpPr>
                <a:spLocks/>
              </p:cNvSpPr>
              <p:nvPr/>
            </p:nvSpPr>
            <p:spPr bwMode="auto">
              <a:xfrm>
                <a:off x="13411560" y="4277155"/>
                <a:ext cx="479425" cy="184150"/>
              </a:xfrm>
              <a:custGeom>
                <a:avLst/>
                <a:gdLst>
                  <a:gd name="T0" fmla="*/ 302 w 302"/>
                  <a:gd name="T1" fmla="*/ 59 h 116"/>
                  <a:gd name="T2" fmla="*/ 151 w 302"/>
                  <a:gd name="T3" fmla="*/ 0 h 116"/>
                  <a:gd name="T4" fmla="*/ 0 w 302"/>
                  <a:gd name="T5" fmla="*/ 59 h 116"/>
                  <a:gd name="T6" fmla="*/ 151 w 302"/>
                  <a:gd name="T7" fmla="*/ 116 h 116"/>
                  <a:gd name="T8" fmla="*/ 302 w 302"/>
                  <a:gd name="T9" fmla="*/ 59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02" h="116">
                    <a:moveTo>
                      <a:pt x="302" y="59"/>
                    </a:moveTo>
                    <a:lnTo>
                      <a:pt x="151" y="0"/>
                    </a:lnTo>
                    <a:lnTo>
                      <a:pt x="0" y="59"/>
                    </a:lnTo>
                    <a:lnTo>
                      <a:pt x="151" y="116"/>
                    </a:lnTo>
                    <a:lnTo>
                      <a:pt x="302" y="5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446"/>
                <a:endParaRPr lang="id-ID" sz="1800">
                  <a:solidFill>
                    <a:prstClr val="black"/>
                  </a:solidFill>
                </a:endParaRPr>
              </a:p>
            </p:txBody>
          </p:sp>
          <p:sp>
            <p:nvSpPr>
              <p:cNvPr id="25" name="Freeform 130"/>
              <p:cNvSpPr>
                <a:spLocks/>
              </p:cNvSpPr>
              <p:nvPr/>
            </p:nvSpPr>
            <p:spPr bwMode="auto">
              <a:xfrm>
                <a:off x="13505222" y="4445430"/>
                <a:ext cx="292100" cy="127000"/>
              </a:xfrm>
              <a:custGeom>
                <a:avLst/>
                <a:gdLst>
                  <a:gd name="T0" fmla="*/ 39 w 78"/>
                  <a:gd name="T1" fmla="*/ 15 h 34"/>
                  <a:gd name="T2" fmla="*/ 0 w 78"/>
                  <a:gd name="T3" fmla="*/ 0 h 34"/>
                  <a:gd name="T4" fmla="*/ 0 w 78"/>
                  <a:gd name="T5" fmla="*/ 19 h 34"/>
                  <a:gd name="T6" fmla="*/ 39 w 78"/>
                  <a:gd name="T7" fmla="*/ 34 h 34"/>
                  <a:gd name="T8" fmla="*/ 78 w 78"/>
                  <a:gd name="T9" fmla="*/ 19 h 34"/>
                  <a:gd name="T10" fmla="*/ 78 w 78"/>
                  <a:gd name="T11" fmla="*/ 0 h 34"/>
                  <a:gd name="T12" fmla="*/ 39 w 78"/>
                  <a:gd name="T13" fmla="*/ 15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8" h="34">
                    <a:moveTo>
                      <a:pt x="39" y="15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9"/>
                      <a:pt x="0" y="19"/>
                      <a:pt x="0" y="19"/>
                    </a:cubicBezTo>
                    <a:cubicBezTo>
                      <a:pt x="0" y="27"/>
                      <a:pt x="17" y="34"/>
                      <a:pt x="39" y="34"/>
                    </a:cubicBezTo>
                    <a:cubicBezTo>
                      <a:pt x="61" y="34"/>
                      <a:pt x="78" y="27"/>
                      <a:pt x="78" y="19"/>
                    </a:cubicBezTo>
                    <a:cubicBezTo>
                      <a:pt x="78" y="0"/>
                      <a:pt x="78" y="0"/>
                      <a:pt x="78" y="0"/>
                    </a:cubicBezTo>
                    <a:lnTo>
                      <a:pt x="39" y="1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446"/>
                <a:endParaRPr lang="id-ID" sz="1800">
                  <a:solidFill>
                    <a:prstClr val="black"/>
                  </a:solidFill>
                </a:endParaRPr>
              </a:p>
            </p:txBody>
          </p:sp>
        </p:grpSp>
      </p:grpSp>
      <p:sp>
        <p:nvSpPr>
          <p:cNvPr id="20" name="Text Placeholder 16"/>
          <p:cNvSpPr>
            <a:spLocks noGrp="1"/>
          </p:cNvSpPr>
          <p:nvPr>
            <p:ph type="body" sz="quarter" idx="10" hasCustomPrompt="1"/>
          </p:nvPr>
        </p:nvSpPr>
        <p:spPr>
          <a:xfrm>
            <a:off x="5120640" y="1356360"/>
            <a:ext cx="2072640" cy="975360"/>
          </a:xfrm>
        </p:spPr>
        <p:txBody>
          <a:bodyPr lIns="0" t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None/>
              <a:defRPr sz="1467"/>
            </a:lvl1pPr>
            <a:lvl2pPr marL="457223" indent="0">
              <a:buFont typeface="Arial" panose="020B0604020202020204" pitchFamily="34" charset="0"/>
              <a:buNone/>
              <a:defRPr sz="1333"/>
            </a:lvl2pPr>
            <a:lvl3pPr marL="914446" indent="0">
              <a:buFont typeface="Arial" panose="020B0604020202020204" pitchFamily="34" charset="0"/>
              <a:buNone/>
              <a:defRPr sz="1333"/>
            </a:lvl3pPr>
            <a:lvl4pPr marL="1371669" indent="0">
              <a:buFont typeface="Arial" panose="020B0604020202020204" pitchFamily="34" charset="0"/>
              <a:buNone/>
              <a:defRPr sz="1333"/>
            </a:lvl4pPr>
            <a:lvl5pPr marL="1828891" indent="0">
              <a:buFont typeface="Arial" panose="020B0604020202020204" pitchFamily="34" charset="0"/>
              <a:buNone/>
              <a:defRPr sz="1333"/>
            </a:lvl5pPr>
          </a:lstStyle>
          <a:p>
            <a:pPr lvl="0"/>
            <a:r>
              <a:rPr lang="en-US" dirty="0"/>
              <a:t>Click to edit Education</a:t>
            </a:r>
          </a:p>
        </p:txBody>
      </p:sp>
      <p:sp>
        <p:nvSpPr>
          <p:cNvPr id="26" name="Text Placeholder 16"/>
          <p:cNvSpPr>
            <a:spLocks noGrp="1"/>
          </p:cNvSpPr>
          <p:nvPr>
            <p:ph type="body" sz="quarter" idx="14" hasCustomPrompt="1"/>
          </p:nvPr>
        </p:nvSpPr>
        <p:spPr>
          <a:xfrm>
            <a:off x="7315200" y="1356360"/>
            <a:ext cx="4267200" cy="975360"/>
          </a:xfrm>
        </p:spPr>
        <p:txBody>
          <a:bodyPr lIns="137160" t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None/>
              <a:defRPr sz="1467"/>
            </a:lvl1pPr>
            <a:lvl2pPr marL="457223" indent="0">
              <a:buFont typeface="Arial" panose="020B0604020202020204" pitchFamily="34" charset="0"/>
              <a:buNone/>
              <a:defRPr sz="1333"/>
            </a:lvl2pPr>
            <a:lvl3pPr marL="914446" indent="0">
              <a:buFont typeface="Arial" panose="020B0604020202020204" pitchFamily="34" charset="0"/>
              <a:buNone/>
              <a:defRPr sz="1333"/>
            </a:lvl3pPr>
            <a:lvl4pPr marL="1371669" indent="0">
              <a:buFont typeface="Arial" panose="020B0604020202020204" pitchFamily="34" charset="0"/>
              <a:buNone/>
              <a:defRPr sz="1333"/>
            </a:lvl4pPr>
            <a:lvl5pPr marL="1828891" indent="0">
              <a:buFont typeface="Arial" panose="020B0604020202020204" pitchFamily="34" charset="0"/>
              <a:buNone/>
              <a:defRPr sz="1333"/>
            </a:lvl5pPr>
          </a:lstStyle>
          <a:p>
            <a:pPr lvl="0"/>
            <a:r>
              <a:rPr lang="en-US" dirty="0"/>
              <a:t>Click to edit Education</a:t>
            </a:r>
          </a:p>
        </p:txBody>
      </p:sp>
      <p:sp>
        <p:nvSpPr>
          <p:cNvPr id="31" name="Rectangle 30"/>
          <p:cNvSpPr/>
          <p:nvPr userDrawn="1"/>
        </p:nvSpPr>
        <p:spPr>
          <a:xfrm>
            <a:off x="12100560" y="0"/>
            <a:ext cx="91440" cy="6858000"/>
          </a:xfrm>
          <a:prstGeom prst="rect">
            <a:avLst/>
          </a:prstGeom>
          <a:solidFill>
            <a:schemeClr val="accent3">
              <a:alpha val="7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46"/>
            <a:endParaRPr lang="id-ID" sz="1800">
              <a:solidFill>
                <a:prstClr val="white"/>
              </a:solidFill>
            </a:endParaRPr>
          </a:p>
        </p:txBody>
      </p:sp>
      <p:sp>
        <p:nvSpPr>
          <p:cNvPr id="27" name="Rectangle 26"/>
          <p:cNvSpPr/>
          <p:nvPr userDrawn="1"/>
        </p:nvSpPr>
        <p:spPr>
          <a:xfrm>
            <a:off x="1" y="0"/>
            <a:ext cx="451103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46"/>
            <a:endParaRPr lang="id-ID" sz="1800">
              <a:solidFill>
                <a:prstClr val="white"/>
              </a:solidFill>
            </a:endParaRPr>
          </a:p>
        </p:txBody>
      </p:sp>
      <p:sp>
        <p:nvSpPr>
          <p:cNvPr id="28" name="Rectangle 27"/>
          <p:cNvSpPr/>
          <p:nvPr userDrawn="1"/>
        </p:nvSpPr>
        <p:spPr>
          <a:xfrm>
            <a:off x="0" y="0"/>
            <a:ext cx="48768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46"/>
            <a:endParaRPr lang="id-ID" sz="1800">
              <a:solidFill>
                <a:prstClr val="white"/>
              </a:solidFill>
            </a:endParaRPr>
          </a:p>
        </p:txBody>
      </p:sp>
      <p:grpSp>
        <p:nvGrpSpPr>
          <p:cNvPr id="29" name="Group 28"/>
          <p:cNvGrpSpPr>
            <a:grpSpLocks noChangeAspect="1"/>
          </p:cNvGrpSpPr>
          <p:nvPr userDrawn="1"/>
        </p:nvGrpSpPr>
        <p:grpSpPr>
          <a:xfrm>
            <a:off x="1036319" y="441960"/>
            <a:ext cx="2926080" cy="2924251"/>
            <a:chOff x="6949416" y="2948916"/>
            <a:chExt cx="4389120" cy="4389120"/>
          </a:xfrm>
        </p:grpSpPr>
        <p:sp>
          <p:nvSpPr>
            <p:cNvPr id="36" name="Oval 35"/>
            <p:cNvSpPr>
              <a:spLocks noChangeAspect="1"/>
            </p:cNvSpPr>
            <p:nvPr userDrawn="1"/>
          </p:nvSpPr>
          <p:spPr>
            <a:xfrm>
              <a:off x="6949416" y="2948916"/>
              <a:ext cx="4389120" cy="4389120"/>
            </a:xfrm>
            <a:prstGeom prst="ellipse">
              <a:avLst/>
            </a:prstGeom>
            <a:solidFill>
              <a:schemeClr val="accent5"/>
            </a:solidFill>
            <a:ln w="1905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46"/>
              <a:endParaRPr lang="id-ID" sz="1800">
                <a:solidFill>
                  <a:prstClr val="white"/>
                </a:solidFill>
              </a:endParaRPr>
            </a:p>
          </p:txBody>
        </p:sp>
        <p:sp>
          <p:nvSpPr>
            <p:cNvPr id="37" name="Oval 36"/>
            <p:cNvSpPr>
              <a:spLocks noChangeAspect="1"/>
            </p:cNvSpPr>
            <p:nvPr userDrawn="1"/>
          </p:nvSpPr>
          <p:spPr>
            <a:xfrm>
              <a:off x="7132342" y="3131842"/>
              <a:ext cx="4023360" cy="4023360"/>
            </a:xfrm>
            <a:prstGeom prst="ellipse">
              <a:avLst/>
            </a:prstGeom>
            <a:solidFill>
              <a:schemeClr val="accent6"/>
            </a:solidFill>
            <a:ln w="152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46"/>
              <a:endParaRPr lang="id-ID" sz="1800">
                <a:solidFill>
                  <a:prstClr val="white"/>
                </a:solidFill>
              </a:endParaRPr>
            </a:p>
          </p:txBody>
        </p:sp>
      </p:grpSp>
      <p:sp>
        <p:nvSpPr>
          <p:cNvPr id="38" name="Picture Placeholder 24"/>
          <p:cNvSpPr>
            <a:spLocks noGrp="1" noChangeAspect="1"/>
          </p:cNvSpPr>
          <p:nvPr>
            <p:ph type="pic" sz="quarter" idx="11"/>
          </p:nvPr>
        </p:nvSpPr>
        <p:spPr>
          <a:xfrm>
            <a:off x="1219199" y="623925"/>
            <a:ext cx="2560320" cy="2560320"/>
          </a:xfrm>
          <a:custGeom>
            <a:avLst/>
            <a:gdLst>
              <a:gd name="connsiteX0" fmla="*/ 1769315 w 3840479"/>
              <a:gd name="connsiteY0" fmla="*/ 0 h 3832859"/>
              <a:gd name="connsiteX1" fmla="*/ 2071163 w 3840479"/>
              <a:gd name="connsiteY1" fmla="*/ 0 h 3832859"/>
              <a:gd name="connsiteX2" fmla="*/ 2116572 w 3840479"/>
              <a:gd name="connsiteY2" fmla="*/ 2293 h 3832859"/>
              <a:gd name="connsiteX3" fmla="*/ 3840479 w 3840479"/>
              <a:gd name="connsiteY3" fmla="*/ 1912619 h 3832859"/>
              <a:gd name="connsiteX4" fmla="*/ 1920239 w 3840479"/>
              <a:gd name="connsiteY4" fmla="*/ 3832859 h 3832859"/>
              <a:gd name="connsiteX5" fmla="*/ 9913 w 3840479"/>
              <a:gd name="connsiteY5" fmla="*/ 2108953 h 3832859"/>
              <a:gd name="connsiteX6" fmla="*/ 0 w 3840479"/>
              <a:gd name="connsiteY6" fmla="*/ 1912639 h 3832859"/>
              <a:gd name="connsiteX7" fmla="*/ 0 w 3840479"/>
              <a:gd name="connsiteY7" fmla="*/ 1912600 h 3832859"/>
              <a:gd name="connsiteX8" fmla="*/ 9913 w 3840479"/>
              <a:gd name="connsiteY8" fmla="*/ 1716286 h 3832859"/>
              <a:gd name="connsiteX9" fmla="*/ 1723906 w 3840479"/>
              <a:gd name="connsiteY9" fmla="*/ 2293 h 3832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840479" h="3832859">
                <a:moveTo>
                  <a:pt x="1769315" y="0"/>
                </a:moveTo>
                <a:lnTo>
                  <a:pt x="2071163" y="0"/>
                </a:lnTo>
                <a:lnTo>
                  <a:pt x="2116572" y="2293"/>
                </a:lnTo>
                <a:cubicBezTo>
                  <a:pt x="3084865" y="100629"/>
                  <a:pt x="3840479" y="918383"/>
                  <a:pt x="3840479" y="1912619"/>
                </a:cubicBezTo>
                <a:cubicBezTo>
                  <a:pt x="3840479" y="2973138"/>
                  <a:pt x="2980758" y="3832859"/>
                  <a:pt x="1920239" y="3832859"/>
                </a:cubicBezTo>
                <a:cubicBezTo>
                  <a:pt x="926003" y="3832859"/>
                  <a:pt x="108249" y="3077245"/>
                  <a:pt x="9913" y="2108953"/>
                </a:cubicBezTo>
                <a:lnTo>
                  <a:pt x="0" y="1912639"/>
                </a:lnTo>
                <a:lnTo>
                  <a:pt x="0" y="1912600"/>
                </a:lnTo>
                <a:lnTo>
                  <a:pt x="9913" y="1716286"/>
                </a:lnTo>
                <a:cubicBezTo>
                  <a:pt x="101693" y="812546"/>
                  <a:pt x="820166" y="94073"/>
                  <a:pt x="1723906" y="2293"/>
                </a:cubicBez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600"/>
            </a:lvl1pPr>
          </a:lstStyle>
          <a:p>
            <a:endParaRPr lang="id-ID" dirty="0"/>
          </a:p>
        </p:txBody>
      </p:sp>
      <p:sp>
        <p:nvSpPr>
          <p:cNvPr id="46" name="Title 1"/>
          <p:cNvSpPr>
            <a:spLocks noGrp="1"/>
          </p:cNvSpPr>
          <p:nvPr>
            <p:ph type="title" hasCustomPrompt="1"/>
          </p:nvPr>
        </p:nvSpPr>
        <p:spPr>
          <a:xfrm>
            <a:off x="5852160" y="381000"/>
            <a:ext cx="4998720" cy="609600"/>
          </a:xfrm>
          <a:noFill/>
          <a:ln>
            <a:noFill/>
          </a:ln>
        </p:spPr>
        <p:txBody>
          <a:bodyPr lIns="91440"/>
          <a:lstStyle/>
          <a:p>
            <a:r>
              <a:rPr lang="en-US" dirty="0"/>
              <a:t>Click to edit title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2486296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</p:bldLst>
  </p:timing>
  <p:extLst>
    <p:ext uri="{DCECCB84-F9BA-43D5-87BE-67443E8EF086}">
      <p15:sldGuideLst xmlns:p15="http://schemas.microsoft.com/office/powerpoint/2012/main">
        <p15:guide id="1" orient="horz" pos="3240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Work Experie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5059680" y="381000"/>
            <a:ext cx="609600" cy="609600"/>
            <a:chOff x="7680960" y="617220"/>
            <a:chExt cx="1097280" cy="1097280"/>
          </a:xfrm>
        </p:grpSpPr>
        <p:sp>
          <p:nvSpPr>
            <p:cNvPr id="21" name="Oval 20"/>
            <p:cNvSpPr>
              <a:spLocks noChangeAspect="1"/>
            </p:cNvSpPr>
            <p:nvPr userDrawn="1"/>
          </p:nvSpPr>
          <p:spPr>
            <a:xfrm>
              <a:off x="7680960" y="617220"/>
              <a:ext cx="1097280" cy="1097280"/>
            </a:xfrm>
            <a:prstGeom prst="ellipse">
              <a:avLst/>
            </a:prstGeom>
            <a:solidFill>
              <a:schemeClr val="accent5"/>
            </a:solidFill>
            <a:ln w="1905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46"/>
              <a:endParaRPr lang="id-ID" sz="1800">
                <a:solidFill>
                  <a:prstClr val="white"/>
                </a:solidFill>
              </a:endParaRPr>
            </a:p>
          </p:txBody>
        </p:sp>
        <p:sp>
          <p:nvSpPr>
            <p:cNvPr id="22" name="Oval 21"/>
            <p:cNvSpPr>
              <a:spLocks noChangeAspect="1"/>
            </p:cNvSpPr>
            <p:nvPr userDrawn="1"/>
          </p:nvSpPr>
          <p:spPr>
            <a:xfrm>
              <a:off x="7726680" y="662940"/>
              <a:ext cx="1005840" cy="1005840"/>
            </a:xfrm>
            <a:prstGeom prst="ellipse">
              <a:avLst/>
            </a:prstGeom>
            <a:solidFill>
              <a:schemeClr val="accent6"/>
            </a:solidFill>
            <a:ln w="152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46"/>
              <a:endParaRPr lang="id-ID" sz="1800">
                <a:solidFill>
                  <a:prstClr val="white"/>
                </a:solidFill>
              </a:endParaRPr>
            </a:p>
          </p:txBody>
        </p:sp>
        <p:sp>
          <p:nvSpPr>
            <p:cNvPr id="23" name="Oval 22"/>
            <p:cNvSpPr>
              <a:spLocks noChangeAspect="1"/>
            </p:cNvSpPr>
            <p:nvPr/>
          </p:nvSpPr>
          <p:spPr>
            <a:xfrm>
              <a:off x="7772400" y="708660"/>
              <a:ext cx="914400" cy="914400"/>
            </a:xfrm>
            <a:prstGeom prst="ellipse">
              <a:avLst/>
            </a:prstGeom>
            <a:solidFill>
              <a:schemeClr val="accent3"/>
            </a:solidFill>
            <a:ln w="152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46"/>
              <a:endParaRPr lang="id-ID" sz="1800">
                <a:solidFill>
                  <a:prstClr val="white"/>
                </a:solidFill>
              </a:endParaRPr>
            </a:p>
          </p:txBody>
        </p:sp>
        <p:grpSp>
          <p:nvGrpSpPr>
            <p:cNvPr id="24" name="Group 23"/>
            <p:cNvGrpSpPr/>
            <p:nvPr/>
          </p:nvGrpSpPr>
          <p:grpSpPr>
            <a:xfrm>
              <a:off x="8001000" y="961390"/>
              <a:ext cx="479425" cy="387350"/>
              <a:chOff x="12571045" y="6997956"/>
              <a:chExt cx="479425" cy="387350"/>
            </a:xfrm>
            <a:solidFill>
              <a:schemeClr val="bg1"/>
            </a:solidFill>
          </p:grpSpPr>
          <p:sp>
            <p:nvSpPr>
              <p:cNvPr id="28" name="Freeform 224"/>
              <p:cNvSpPr>
                <a:spLocks/>
              </p:cNvSpPr>
              <p:nvPr/>
            </p:nvSpPr>
            <p:spPr bwMode="auto">
              <a:xfrm>
                <a:off x="12717095" y="6997956"/>
                <a:ext cx="187325" cy="71438"/>
              </a:xfrm>
              <a:custGeom>
                <a:avLst/>
                <a:gdLst>
                  <a:gd name="T0" fmla="*/ 10 w 50"/>
                  <a:gd name="T1" fmla="*/ 10 h 19"/>
                  <a:gd name="T2" fmla="*/ 40 w 50"/>
                  <a:gd name="T3" fmla="*/ 10 h 19"/>
                  <a:gd name="T4" fmla="*/ 40 w 50"/>
                  <a:gd name="T5" fmla="*/ 19 h 19"/>
                  <a:gd name="T6" fmla="*/ 50 w 50"/>
                  <a:gd name="T7" fmla="*/ 19 h 19"/>
                  <a:gd name="T8" fmla="*/ 50 w 50"/>
                  <a:gd name="T9" fmla="*/ 10 h 19"/>
                  <a:gd name="T10" fmla="*/ 40 w 50"/>
                  <a:gd name="T11" fmla="*/ 0 h 19"/>
                  <a:gd name="T12" fmla="*/ 10 w 50"/>
                  <a:gd name="T13" fmla="*/ 0 h 19"/>
                  <a:gd name="T14" fmla="*/ 0 w 50"/>
                  <a:gd name="T15" fmla="*/ 10 h 19"/>
                  <a:gd name="T16" fmla="*/ 0 w 50"/>
                  <a:gd name="T17" fmla="*/ 19 h 19"/>
                  <a:gd name="T18" fmla="*/ 10 w 50"/>
                  <a:gd name="T19" fmla="*/ 19 h 19"/>
                  <a:gd name="T20" fmla="*/ 10 w 50"/>
                  <a:gd name="T21" fmla="*/ 10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50" h="19">
                    <a:moveTo>
                      <a:pt x="10" y="10"/>
                    </a:moveTo>
                    <a:cubicBezTo>
                      <a:pt x="40" y="10"/>
                      <a:pt x="40" y="10"/>
                      <a:pt x="40" y="10"/>
                    </a:cubicBezTo>
                    <a:cubicBezTo>
                      <a:pt x="40" y="19"/>
                      <a:pt x="40" y="19"/>
                      <a:pt x="40" y="19"/>
                    </a:cubicBezTo>
                    <a:cubicBezTo>
                      <a:pt x="50" y="19"/>
                      <a:pt x="50" y="19"/>
                      <a:pt x="50" y="19"/>
                    </a:cubicBezTo>
                    <a:cubicBezTo>
                      <a:pt x="50" y="10"/>
                      <a:pt x="50" y="10"/>
                      <a:pt x="50" y="10"/>
                    </a:cubicBezTo>
                    <a:cubicBezTo>
                      <a:pt x="50" y="4"/>
                      <a:pt x="45" y="0"/>
                      <a:pt x="40" y="0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5" y="0"/>
                      <a:pt x="0" y="4"/>
                      <a:pt x="0" y="10"/>
                    </a:cubicBezTo>
                    <a:cubicBezTo>
                      <a:pt x="0" y="19"/>
                      <a:pt x="0" y="19"/>
                      <a:pt x="0" y="19"/>
                    </a:cubicBezTo>
                    <a:cubicBezTo>
                      <a:pt x="10" y="19"/>
                      <a:pt x="10" y="19"/>
                      <a:pt x="10" y="19"/>
                    </a:cubicBezTo>
                    <a:lnTo>
                      <a:pt x="10" y="1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446"/>
                <a:endParaRPr lang="id-ID" sz="1800">
                  <a:solidFill>
                    <a:prstClr val="black"/>
                  </a:solidFill>
                </a:endParaRPr>
              </a:p>
            </p:txBody>
          </p:sp>
          <p:sp>
            <p:nvSpPr>
              <p:cNvPr id="29" name="Freeform 225"/>
              <p:cNvSpPr>
                <a:spLocks/>
              </p:cNvSpPr>
              <p:nvPr/>
            </p:nvSpPr>
            <p:spPr bwMode="auto">
              <a:xfrm>
                <a:off x="12571045" y="7091618"/>
                <a:ext cx="479425" cy="293688"/>
              </a:xfrm>
              <a:custGeom>
                <a:avLst/>
                <a:gdLst>
                  <a:gd name="T0" fmla="*/ 118 w 128"/>
                  <a:gd name="T1" fmla="*/ 0 h 78"/>
                  <a:gd name="T2" fmla="*/ 10 w 128"/>
                  <a:gd name="T3" fmla="*/ 0 h 78"/>
                  <a:gd name="T4" fmla="*/ 0 w 128"/>
                  <a:gd name="T5" fmla="*/ 9 h 78"/>
                  <a:gd name="T6" fmla="*/ 0 w 128"/>
                  <a:gd name="T7" fmla="*/ 68 h 78"/>
                  <a:gd name="T8" fmla="*/ 10 w 128"/>
                  <a:gd name="T9" fmla="*/ 78 h 78"/>
                  <a:gd name="T10" fmla="*/ 118 w 128"/>
                  <a:gd name="T11" fmla="*/ 78 h 78"/>
                  <a:gd name="T12" fmla="*/ 128 w 128"/>
                  <a:gd name="T13" fmla="*/ 68 h 78"/>
                  <a:gd name="T14" fmla="*/ 128 w 128"/>
                  <a:gd name="T15" fmla="*/ 9 h 78"/>
                  <a:gd name="T16" fmla="*/ 118 w 128"/>
                  <a:gd name="T17" fmla="*/ 0 h 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8" h="78">
                    <a:moveTo>
                      <a:pt x="118" y="0"/>
                    </a:moveTo>
                    <a:cubicBezTo>
                      <a:pt x="10" y="0"/>
                      <a:pt x="10" y="0"/>
                      <a:pt x="10" y="0"/>
                    </a:cubicBezTo>
                    <a:cubicBezTo>
                      <a:pt x="4" y="0"/>
                      <a:pt x="0" y="4"/>
                      <a:pt x="0" y="9"/>
                    </a:cubicBezTo>
                    <a:cubicBezTo>
                      <a:pt x="0" y="68"/>
                      <a:pt x="0" y="68"/>
                      <a:pt x="0" y="68"/>
                    </a:cubicBezTo>
                    <a:cubicBezTo>
                      <a:pt x="0" y="74"/>
                      <a:pt x="4" y="78"/>
                      <a:pt x="10" y="78"/>
                    </a:cubicBezTo>
                    <a:cubicBezTo>
                      <a:pt x="118" y="78"/>
                      <a:pt x="118" y="78"/>
                      <a:pt x="118" y="78"/>
                    </a:cubicBezTo>
                    <a:cubicBezTo>
                      <a:pt x="124" y="78"/>
                      <a:pt x="128" y="74"/>
                      <a:pt x="128" y="68"/>
                    </a:cubicBezTo>
                    <a:cubicBezTo>
                      <a:pt x="128" y="9"/>
                      <a:pt x="128" y="9"/>
                      <a:pt x="128" y="9"/>
                    </a:cubicBezTo>
                    <a:cubicBezTo>
                      <a:pt x="128" y="4"/>
                      <a:pt x="124" y="0"/>
                      <a:pt x="118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446"/>
                <a:endParaRPr lang="id-ID" sz="1800">
                  <a:solidFill>
                    <a:prstClr val="black"/>
                  </a:solidFill>
                </a:endParaRPr>
              </a:p>
            </p:txBody>
          </p:sp>
        </p:grpSp>
      </p:grpSp>
      <p:sp>
        <p:nvSpPr>
          <p:cNvPr id="31" name="Rectangle 30"/>
          <p:cNvSpPr/>
          <p:nvPr userDrawn="1"/>
        </p:nvSpPr>
        <p:spPr>
          <a:xfrm>
            <a:off x="12100560" y="0"/>
            <a:ext cx="91440" cy="6858000"/>
          </a:xfrm>
          <a:prstGeom prst="rect">
            <a:avLst/>
          </a:prstGeom>
          <a:solidFill>
            <a:schemeClr val="accent3">
              <a:alpha val="7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46"/>
            <a:endParaRPr lang="id-ID" sz="1800">
              <a:solidFill>
                <a:prstClr val="white"/>
              </a:solidFill>
            </a:endParaRPr>
          </a:p>
        </p:txBody>
      </p:sp>
      <p:sp>
        <p:nvSpPr>
          <p:cNvPr id="25" name="Rectangle 24"/>
          <p:cNvSpPr/>
          <p:nvPr userDrawn="1"/>
        </p:nvSpPr>
        <p:spPr>
          <a:xfrm>
            <a:off x="1" y="0"/>
            <a:ext cx="451103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46"/>
            <a:endParaRPr lang="id-ID" sz="1800">
              <a:solidFill>
                <a:prstClr val="white"/>
              </a:solidFill>
            </a:endParaRPr>
          </a:p>
        </p:txBody>
      </p:sp>
      <p:sp>
        <p:nvSpPr>
          <p:cNvPr id="26" name="Rectangle 25"/>
          <p:cNvSpPr/>
          <p:nvPr userDrawn="1"/>
        </p:nvSpPr>
        <p:spPr>
          <a:xfrm>
            <a:off x="0" y="0"/>
            <a:ext cx="48768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46"/>
            <a:endParaRPr lang="id-ID" sz="1800">
              <a:solidFill>
                <a:prstClr val="white"/>
              </a:solidFill>
            </a:endParaRPr>
          </a:p>
        </p:txBody>
      </p:sp>
      <p:grpSp>
        <p:nvGrpSpPr>
          <p:cNvPr id="27" name="Group 26"/>
          <p:cNvGrpSpPr>
            <a:grpSpLocks noChangeAspect="1"/>
          </p:cNvGrpSpPr>
          <p:nvPr userDrawn="1"/>
        </p:nvGrpSpPr>
        <p:grpSpPr>
          <a:xfrm>
            <a:off x="1036319" y="441960"/>
            <a:ext cx="2926080" cy="2924251"/>
            <a:chOff x="6949416" y="2948916"/>
            <a:chExt cx="4389120" cy="4389120"/>
          </a:xfrm>
        </p:grpSpPr>
        <p:sp>
          <p:nvSpPr>
            <p:cNvPr id="36" name="Oval 35"/>
            <p:cNvSpPr>
              <a:spLocks noChangeAspect="1"/>
            </p:cNvSpPr>
            <p:nvPr userDrawn="1"/>
          </p:nvSpPr>
          <p:spPr>
            <a:xfrm>
              <a:off x="6949416" y="2948916"/>
              <a:ext cx="4389120" cy="4389120"/>
            </a:xfrm>
            <a:prstGeom prst="ellipse">
              <a:avLst/>
            </a:prstGeom>
            <a:solidFill>
              <a:schemeClr val="accent5"/>
            </a:solidFill>
            <a:ln w="1905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46"/>
              <a:endParaRPr lang="id-ID" sz="1800">
                <a:solidFill>
                  <a:prstClr val="white"/>
                </a:solidFill>
              </a:endParaRPr>
            </a:p>
          </p:txBody>
        </p:sp>
        <p:sp>
          <p:nvSpPr>
            <p:cNvPr id="37" name="Oval 36"/>
            <p:cNvSpPr>
              <a:spLocks noChangeAspect="1"/>
            </p:cNvSpPr>
            <p:nvPr userDrawn="1"/>
          </p:nvSpPr>
          <p:spPr>
            <a:xfrm>
              <a:off x="7132342" y="3131842"/>
              <a:ext cx="4023360" cy="4023360"/>
            </a:xfrm>
            <a:prstGeom prst="ellipse">
              <a:avLst/>
            </a:prstGeom>
            <a:solidFill>
              <a:schemeClr val="accent6"/>
            </a:solidFill>
            <a:ln w="152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46"/>
              <a:endParaRPr lang="id-ID" sz="1800">
                <a:solidFill>
                  <a:prstClr val="white"/>
                </a:solidFill>
              </a:endParaRPr>
            </a:p>
          </p:txBody>
        </p:sp>
      </p:grpSp>
      <p:sp>
        <p:nvSpPr>
          <p:cNvPr id="38" name="Picture Placeholder 24"/>
          <p:cNvSpPr>
            <a:spLocks noGrp="1" noChangeAspect="1"/>
          </p:cNvSpPr>
          <p:nvPr>
            <p:ph type="pic" sz="quarter" idx="11"/>
          </p:nvPr>
        </p:nvSpPr>
        <p:spPr>
          <a:xfrm>
            <a:off x="1219199" y="623925"/>
            <a:ext cx="2560320" cy="2560320"/>
          </a:xfrm>
          <a:custGeom>
            <a:avLst/>
            <a:gdLst>
              <a:gd name="connsiteX0" fmla="*/ 1769315 w 3840479"/>
              <a:gd name="connsiteY0" fmla="*/ 0 h 3832859"/>
              <a:gd name="connsiteX1" fmla="*/ 2071163 w 3840479"/>
              <a:gd name="connsiteY1" fmla="*/ 0 h 3832859"/>
              <a:gd name="connsiteX2" fmla="*/ 2116572 w 3840479"/>
              <a:gd name="connsiteY2" fmla="*/ 2293 h 3832859"/>
              <a:gd name="connsiteX3" fmla="*/ 3840479 w 3840479"/>
              <a:gd name="connsiteY3" fmla="*/ 1912619 h 3832859"/>
              <a:gd name="connsiteX4" fmla="*/ 1920239 w 3840479"/>
              <a:gd name="connsiteY4" fmla="*/ 3832859 h 3832859"/>
              <a:gd name="connsiteX5" fmla="*/ 9913 w 3840479"/>
              <a:gd name="connsiteY5" fmla="*/ 2108953 h 3832859"/>
              <a:gd name="connsiteX6" fmla="*/ 0 w 3840479"/>
              <a:gd name="connsiteY6" fmla="*/ 1912639 h 3832859"/>
              <a:gd name="connsiteX7" fmla="*/ 0 w 3840479"/>
              <a:gd name="connsiteY7" fmla="*/ 1912600 h 3832859"/>
              <a:gd name="connsiteX8" fmla="*/ 9913 w 3840479"/>
              <a:gd name="connsiteY8" fmla="*/ 1716286 h 3832859"/>
              <a:gd name="connsiteX9" fmla="*/ 1723906 w 3840479"/>
              <a:gd name="connsiteY9" fmla="*/ 2293 h 3832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840479" h="3832859">
                <a:moveTo>
                  <a:pt x="1769315" y="0"/>
                </a:moveTo>
                <a:lnTo>
                  <a:pt x="2071163" y="0"/>
                </a:lnTo>
                <a:lnTo>
                  <a:pt x="2116572" y="2293"/>
                </a:lnTo>
                <a:cubicBezTo>
                  <a:pt x="3084865" y="100629"/>
                  <a:pt x="3840479" y="918383"/>
                  <a:pt x="3840479" y="1912619"/>
                </a:cubicBezTo>
                <a:cubicBezTo>
                  <a:pt x="3840479" y="2973138"/>
                  <a:pt x="2980758" y="3832859"/>
                  <a:pt x="1920239" y="3832859"/>
                </a:cubicBezTo>
                <a:cubicBezTo>
                  <a:pt x="926003" y="3832859"/>
                  <a:pt x="108249" y="3077245"/>
                  <a:pt x="9913" y="2108953"/>
                </a:cubicBezTo>
                <a:lnTo>
                  <a:pt x="0" y="1912639"/>
                </a:lnTo>
                <a:lnTo>
                  <a:pt x="0" y="1912600"/>
                </a:lnTo>
                <a:lnTo>
                  <a:pt x="9913" y="1716286"/>
                </a:lnTo>
                <a:cubicBezTo>
                  <a:pt x="101693" y="812546"/>
                  <a:pt x="820166" y="94073"/>
                  <a:pt x="1723906" y="2293"/>
                </a:cubicBez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600"/>
            </a:lvl1pPr>
          </a:lstStyle>
          <a:p>
            <a:endParaRPr lang="id-ID" dirty="0"/>
          </a:p>
        </p:txBody>
      </p:sp>
      <p:sp>
        <p:nvSpPr>
          <p:cNvPr id="39" name="Text Placeholder 16"/>
          <p:cNvSpPr>
            <a:spLocks noGrp="1"/>
          </p:cNvSpPr>
          <p:nvPr>
            <p:ph type="body" sz="quarter" idx="10" hasCustomPrompt="1"/>
          </p:nvPr>
        </p:nvSpPr>
        <p:spPr>
          <a:xfrm>
            <a:off x="5120640" y="1356360"/>
            <a:ext cx="2072640" cy="975360"/>
          </a:xfrm>
        </p:spPr>
        <p:txBody>
          <a:bodyPr lIns="0" t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None/>
              <a:defRPr sz="1467"/>
            </a:lvl1pPr>
            <a:lvl2pPr marL="457223" indent="0">
              <a:buFont typeface="Arial" panose="020B0604020202020204" pitchFamily="34" charset="0"/>
              <a:buNone/>
              <a:defRPr sz="1333"/>
            </a:lvl2pPr>
            <a:lvl3pPr marL="914446" indent="0">
              <a:buFont typeface="Arial" panose="020B0604020202020204" pitchFamily="34" charset="0"/>
              <a:buNone/>
              <a:defRPr sz="1333"/>
            </a:lvl3pPr>
            <a:lvl4pPr marL="1371669" indent="0">
              <a:buFont typeface="Arial" panose="020B0604020202020204" pitchFamily="34" charset="0"/>
              <a:buNone/>
              <a:defRPr sz="1333"/>
            </a:lvl4pPr>
            <a:lvl5pPr marL="1828891" indent="0">
              <a:buFont typeface="Arial" panose="020B0604020202020204" pitchFamily="34" charset="0"/>
              <a:buNone/>
              <a:defRPr sz="1333"/>
            </a:lvl5pPr>
          </a:lstStyle>
          <a:p>
            <a:pPr lvl="0"/>
            <a:r>
              <a:rPr lang="en-US" dirty="0"/>
              <a:t>Click to edit Work Experience</a:t>
            </a:r>
          </a:p>
        </p:txBody>
      </p:sp>
      <p:sp>
        <p:nvSpPr>
          <p:cNvPr id="40" name="Text Placeholder 16"/>
          <p:cNvSpPr>
            <a:spLocks noGrp="1"/>
          </p:cNvSpPr>
          <p:nvPr>
            <p:ph type="body" sz="quarter" idx="14" hasCustomPrompt="1"/>
          </p:nvPr>
        </p:nvSpPr>
        <p:spPr>
          <a:xfrm>
            <a:off x="7315200" y="1356360"/>
            <a:ext cx="4267200" cy="975360"/>
          </a:xfrm>
        </p:spPr>
        <p:txBody>
          <a:bodyPr lIns="137160" t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None/>
              <a:defRPr sz="1467"/>
            </a:lvl1pPr>
            <a:lvl2pPr marL="457223" indent="0">
              <a:buFont typeface="Arial" panose="020B0604020202020204" pitchFamily="34" charset="0"/>
              <a:buNone/>
              <a:defRPr sz="1333"/>
            </a:lvl2pPr>
            <a:lvl3pPr marL="914446" indent="0">
              <a:buFont typeface="Arial" panose="020B0604020202020204" pitchFamily="34" charset="0"/>
              <a:buNone/>
              <a:defRPr sz="1333"/>
            </a:lvl3pPr>
            <a:lvl4pPr marL="1371669" indent="0">
              <a:buFont typeface="Arial" panose="020B0604020202020204" pitchFamily="34" charset="0"/>
              <a:buNone/>
              <a:defRPr sz="1333"/>
            </a:lvl4pPr>
            <a:lvl5pPr marL="1828891" indent="0">
              <a:buFont typeface="Arial" panose="020B0604020202020204" pitchFamily="34" charset="0"/>
              <a:buNone/>
              <a:defRPr sz="1333"/>
            </a:lvl5pPr>
          </a:lstStyle>
          <a:p>
            <a:pPr lvl="0"/>
            <a:r>
              <a:rPr lang="en-US" dirty="0"/>
              <a:t>Click to edit Work Experience</a:t>
            </a:r>
          </a:p>
        </p:txBody>
      </p:sp>
      <p:sp>
        <p:nvSpPr>
          <p:cNvPr id="41" name="Title 1"/>
          <p:cNvSpPr>
            <a:spLocks noGrp="1"/>
          </p:cNvSpPr>
          <p:nvPr>
            <p:ph type="title" hasCustomPrompt="1"/>
          </p:nvPr>
        </p:nvSpPr>
        <p:spPr>
          <a:xfrm>
            <a:off x="5852160" y="381000"/>
            <a:ext cx="4998720" cy="609600"/>
          </a:xfrm>
          <a:noFill/>
          <a:ln>
            <a:noFill/>
          </a:ln>
        </p:spPr>
        <p:txBody>
          <a:bodyPr lIns="91440"/>
          <a:lstStyle/>
          <a:p>
            <a:r>
              <a:rPr lang="en-US" dirty="0"/>
              <a:t>Click to edit title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300003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</p:bldLst>
  </p:timing>
  <p:extLst>
    <p:ext uri="{DCECCB84-F9BA-43D5-87BE-67443E8EF086}">
      <p15:sldGuideLst xmlns:p15="http://schemas.microsoft.com/office/powerpoint/2012/main">
        <p15:guide id="1" orient="horz" pos="3240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Langu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6"/>
          <p:cNvSpPr>
            <a:spLocks noGrp="1"/>
          </p:cNvSpPr>
          <p:nvPr>
            <p:ph type="body" sz="quarter" idx="10" hasCustomPrompt="1"/>
          </p:nvPr>
        </p:nvSpPr>
        <p:spPr>
          <a:xfrm>
            <a:off x="5120640" y="1356360"/>
            <a:ext cx="6461760" cy="731520"/>
          </a:xfrm>
        </p:spPr>
        <p:txBody>
          <a:bodyPr lIns="0" t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67"/>
            </a:lvl1pPr>
            <a:lvl2pPr marL="457223" indent="0">
              <a:buFont typeface="Arial" panose="020B0604020202020204" pitchFamily="34" charset="0"/>
              <a:buNone/>
              <a:defRPr sz="1333"/>
            </a:lvl2pPr>
            <a:lvl3pPr marL="914446" indent="0">
              <a:buFont typeface="Arial" panose="020B0604020202020204" pitchFamily="34" charset="0"/>
              <a:buNone/>
              <a:defRPr sz="1333"/>
            </a:lvl3pPr>
            <a:lvl4pPr marL="1371669" indent="0">
              <a:buFont typeface="Arial" panose="020B0604020202020204" pitchFamily="34" charset="0"/>
              <a:buNone/>
              <a:defRPr sz="1333"/>
            </a:lvl4pPr>
            <a:lvl5pPr marL="1828891" indent="0">
              <a:buFont typeface="Arial" panose="020B0604020202020204" pitchFamily="34" charset="0"/>
              <a:buNone/>
              <a:defRPr sz="1333"/>
            </a:lvl5pPr>
          </a:lstStyle>
          <a:p>
            <a:pPr lvl="0"/>
            <a:r>
              <a:rPr lang="en-US" dirty="0"/>
              <a:t>Click to edit Language</a:t>
            </a:r>
          </a:p>
        </p:txBody>
      </p:sp>
      <p:grpSp>
        <p:nvGrpSpPr>
          <p:cNvPr id="3" name="Group 2"/>
          <p:cNvGrpSpPr/>
          <p:nvPr userDrawn="1"/>
        </p:nvGrpSpPr>
        <p:grpSpPr>
          <a:xfrm>
            <a:off x="5059680" y="381000"/>
            <a:ext cx="609600" cy="609600"/>
            <a:chOff x="7680960" y="617220"/>
            <a:chExt cx="1097280" cy="1097280"/>
          </a:xfrm>
        </p:grpSpPr>
        <p:sp>
          <p:nvSpPr>
            <p:cNvPr id="21" name="Oval 20"/>
            <p:cNvSpPr>
              <a:spLocks noChangeAspect="1"/>
            </p:cNvSpPr>
            <p:nvPr userDrawn="1"/>
          </p:nvSpPr>
          <p:spPr>
            <a:xfrm>
              <a:off x="7680960" y="617220"/>
              <a:ext cx="1097280" cy="1097280"/>
            </a:xfrm>
            <a:prstGeom prst="ellipse">
              <a:avLst/>
            </a:prstGeom>
            <a:solidFill>
              <a:schemeClr val="accent5"/>
            </a:solidFill>
            <a:ln w="1905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46"/>
              <a:endParaRPr lang="id-ID" sz="1800">
                <a:solidFill>
                  <a:prstClr val="white"/>
                </a:solidFill>
              </a:endParaRPr>
            </a:p>
          </p:txBody>
        </p:sp>
        <p:sp>
          <p:nvSpPr>
            <p:cNvPr id="22" name="Oval 21"/>
            <p:cNvSpPr>
              <a:spLocks noChangeAspect="1"/>
            </p:cNvSpPr>
            <p:nvPr userDrawn="1"/>
          </p:nvSpPr>
          <p:spPr>
            <a:xfrm>
              <a:off x="7726680" y="662940"/>
              <a:ext cx="1005840" cy="1005840"/>
            </a:xfrm>
            <a:prstGeom prst="ellipse">
              <a:avLst/>
            </a:prstGeom>
            <a:solidFill>
              <a:schemeClr val="accent6"/>
            </a:solidFill>
            <a:ln w="152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46"/>
              <a:endParaRPr lang="id-ID" sz="1800">
                <a:solidFill>
                  <a:prstClr val="white"/>
                </a:solidFill>
              </a:endParaRPr>
            </a:p>
          </p:txBody>
        </p:sp>
        <p:sp>
          <p:nvSpPr>
            <p:cNvPr id="23" name="Oval 22"/>
            <p:cNvSpPr>
              <a:spLocks noChangeAspect="1"/>
            </p:cNvSpPr>
            <p:nvPr/>
          </p:nvSpPr>
          <p:spPr>
            <a:xfrm>
              <a:off x="7772400" y="708660"/>
              <a:ext cx="914400" cy="914400"/>
            </a:xfrm>
            <a:prstGeom prst="ellipse">
              <a:avLst/>
            </a:prstGeom>
            <a:solidFill>
              <a:schemeClr val="accent3"/>
            </a:solidFill>
            <a:ln w="152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46"/>
              <a:endParaRPr lang="id-ID" sz="1800">
                <a:solidFill>
                  <a:prstClr val="white"/>
                </a:solidFill>
              </a:endParaRPr>
            </a:p>
          </p:txBody>
        </p:sp>
        <p:grpSp>
          <p:nvGrpSpPr>
            <p:cNvPr id="16" name="Group 15"/>
            <p:cNvGrpSpPr/>
            <p:nvPr/>
          </p:nvGrpSpPr>
          <p:grpSpPr>
            <a:xfrm>
              <a:off x="7955280" y="891540"/>
              <a:ext cx="548640" cy="548640"/>
              <a:chOff x="9529621" y="7074535"/>
              <a:chExt cx="479425" cy="481013"/>
            </a:xfrm>
            <a:solidFill>
              <a:schemeClr val="bg1"/>
            </a:solidFill>
          </p:grpSpPr>
          <p:sp>
            <p:nvSpPr>
              <p:cNvPr id="18" name="Freeform 173"/>
              <p:cNvSpPr>
                <a:spLocks/>
              </p:cNvSpPr>
              <p:nvPr/>
            </p:nvSpPr>
            <p:spPr bwMode="auto">
              <a:xfrm>
                <a:off x="9791559" y="7239635"/>
                <a:ext cx="7938" cy="4763"/>
              </a:xfrm>
              <a:custGeom>
                <a:avLst/>
                <a:gdLst>
                  <a:gd name="T0" fmla="*/ 0 w 2"/>
                  <a:gd name="T1" fmla="*/ 1 h 1"/>
                  <a:gd name="T2" fmla="*/ 0 w 2"/>
                  <a:gd name="T3" fmla="*/ 1 h 1"/>
                  <a:gd name="T4" fmla="*/ 1 w 2"/>
                  <a:gd name="T5" fmla="*/ 1 h 1"/>
                  <a:gd name="T6" fmla="*/ 1 w 2"/>
                  <a:gd name="T7" fmla="*/ 1 h 1"/>
                  <a:gd name="T8" fmla="*/ 1 w 2"/>
                  <a:gd name="T9" fmla="*/ 1 h 1"/>
                  <a:gd name="T10" fmla="*/ 2 w 2"/>
                  <a:gd name="T11" fmla="*/ 1 h 1"/>
                  <a:gd name="T12" fmla="*/ 2 w 2"/>
                  <a:gd name="T13" fmla="*/ 1 h 1"/>
                  <a:gd name="T14" fmla="*/ 2 w 2"/>
                  <a:gd name="T15" fmla="*/ 1 h 1"/>
                  <a:gd name="T16" fmla="*/ 2 w 2"/>
                  <a:gd name="T17" fmla="*/ 0 h 1"/>
                  <a:gd name="T18" fmla="*/ 2 w 2"/>
                  <a:gd name="T19" fmla="*/ 0 h 1"/>
                  <a:gd name="T20" fmla="*/ 2 w 2"/>
                  <a:gd name="T21" fmla="*/ 0 h 1"/>
                  <a:gd name="T22" fmla="*/ 2 w 2"/>
                  <a:gd name="T23" fmla="*/ 0 h 1"/>
                  <a:gd name="T24" fmla="*/ 1 w 2"/>
                  <a:gd name="T25" fmla="*/ 0 h 1"/>
                  <a:gd name="T26" fmla="*/ 1 w 2"/>
                  <a:gd name="T27" fmla="*/ 0 h 1"/>
                  <a:gd name="T28" fmla="*/ 1 w 2"/>
                  <a:gd name="T29" fmla="*/ 0 h 1"/>
                  <a:gd name="T30" fmla="*/ 1 w 2"/>
                  <a:gd name="T31" fmla="*/ 0 h 1"/>
                  <a:gd name="T32" fmla="*/ 0 w 2"/>
                  <a:gd name="T33" fmla="*/ 0 h 1"/>
                  <a:gd name="T34" fmla="*/ 0 w 2"/>
                  <a:gd name="T35" fmla="*/ 0 h 1"/>
                  <a:gd name="T36" fmla="*/ 0 w 2"/>
                  <a:gd name="T37" fmla="*/ 0 h 1"/>
                  <a:gd name="T38" fmla="*/ 0 w 2"/>
                  <a:gd name="T39" fmla="*/ 1 h 1"/>
                  <a:gd name="T40" fmla="*/ 0 w 2"/>
                  <a:gd name="T41" fmla="*/ 1 h 1"/>
                  <a:gd name="T42" fmla="*/ 0 w 2"/>
                  <a:gd name="T43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2" h="1">
                    <a:moveTo>
                      <a:pt x="0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1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1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446"/>
                <a:endParaRPr lang="id-ID" sz="1800">
                  <a:solidFill>
                    <a:prstClr val="black"/>
                  </a:solidFill>
                </a:endParaRPr>
              </a:p>
            </p:txBody>
          </p:sp>
          <p:sp>
            <p:nvSpPr>
              <p:cNvPr id="20" name="Freeform 174"/>
              <p:cNvSpPr>
                <a:spLocks/>
              </p:cNvSpPr>
              <p:nvPr/>
            </p:nvSpPr>
            <p:spPr bwMode="auto">
              <a:xfrm>
                <a:off x="9747109" y="7176135"/>
                <a:ext cx="14288" cy="22225"/>
              </a:xfrm>
              <a:custGeom>
                <a:avLst/>
                <a:gdLst>
                  <a:gd name="T0" fmla="*/ 1 w 4"/>
                  <a:gd name="T1" fmla="*/ 2 h 6"/>
                  <a:gd name="T2" fmla="*/ 1 w 4"/>
                  <a:gd name="T3" fmla="*/ 2 h 6"/>
                  <a:gd name="T4" fmla="*/ 1 w 4"/>
                  <a:gd name="T5" fmla="*/ 2 h 6"/>
                  <a:gd name="T6" fmla="*/ 1 w 4"/>
                  <a:gd name="T7" fmla="*/ 2 h 6"/>
                  <a:gd name="T8" fmla="*/ 1 w 4"/>
                  <a:gd name="T9" fmla="*/ 2 h 6"/>
                  <a:gd name="T10" fmla="*/ 1 w 4"/>
                  <a:gd name="T11" fmla="*/ 3 h 6"/>
                  <a:gd name="T12" fmla="*/ 1 w 4"/>
                  <a:gd name="T13" fmla="*/ 3 h 6"/>
                  <a:gd name="T14" fmla="*/ 2 w 4"/>
                  <a:gd name="T15" fmla="*/ 3 h 6"/>
                  <a:gd name="T16" fmla="*/ 2 w 4"/>
                  <a:gd name="T17" fmla="*/ 3 h 6"/>
                  <a:gd name="T18" fmla="*/ 2 w 4"/>
                  <a:gd name="T19" fmla="*/ 3 h 6"/>
                  <a:gd name="T20" fmla="*/ 2 w 4"/>
                  <a:gd name="T21" fmla="*/ 3 h 6"/>
                  <a:gd name="T22" fmla="*/ 1 w 4"/>
                  <a:gd name="T23" fmla="*/ 4 h 6"/>
                  <a:gd name="T24" fmla="*/ 1 w 4"/>
                  <a:gd name="T25" fmla="*/ 4 h 6"/>
                  <a:gd name="T26" fmla="*/ 1 w 4"/>
                  <a:gd name="T27" fmla="*/ 4 h 6"/>
                  <a:gd name="T28" fmla="*/ 1 w 4"/>
                  <a:gd name="T29" fmla="*/ 4 h 6"/>
                  <a:gd name="T30" fmla="*/ 1 w 4"/>
                  <a:gd name="T31" fmla="*/ 4 h 6"/>
                  <a:gd name="T32" fmla="*/ 1 w 4"/>
                  <a:gd name="T33" fmla="*/ 5 h 6"/>
                  <a:gd name="T34" fmla="*/ 1 w 4"/>
                  <a:gd name="T35" fmla="*/ 5 h 6"/>
                  <a:gd name="T36" fmla="*/ 1 w 4"/>
                  <a:gd name="T37" fmla="*/ 5 h 6"/>
                  <a:gd name="T38" fmla="*/ 1 w 4"/>
                  <a:gd name="T39" fmla="*/ 5 h 6"/>
                  <a:gd name="T40" fmla="*/ 2 w 4"/>
                  <a:gd name="T41" fmla="*/ 5 h 6"/>
                  <a:gd name="T42" fmla="*/ 2 w 4"/>
                  <a:gd name="T43" fmla="*/ 5 h 6"/>
                  <a:gd name="T44" fmla="*/ 1 w 4"/>
                  <a:gd name="T45" fmla="*/ 6 h 6"/>
                  <a:gd name="T46" fmla="*/ 0 w 4"/>
                  <a:gd name="T47" fmla="*/ 6 h 6"/>
                  <a:gd name="T48" fmla="*/ 0 w 4"/>
                  <a:gd name="T49" fmla="*/ 6 h 6"/>
                  <a:gd name="T50" fmla="*/ 1 w 4"/>
                  <a:gd name="T51" fmla="*/ 6 h 6"/>
                  <a:gd name="T52" fmla="*/ 1 w 4"/>
                  <a:gd name="T53" fmla="*/ 6 h 6"/>
                  <a:gd name="T54" fmla="*/ 1 w 4"/>
                  <a:gd name="T55" fmla="*/ 6 h 6"/>
                  <a:gd name="T56" fmla="*/ 2 w 4"/>
                  <a:gd name="T57" fmla="*/ 6 h 6"/>
                  <a:gd name="T58" fmla="*/ 3 w 4"/>
                  <a:gd name="T59" fmla="*/ 6 h 6"/>
                  <a:gd name="T60" fmla="*/ 4 w 4"/>
                  <a:gd name="T61" fmla="*/ 6 h 6"/>
                  <a:gd name="T62" fmla="*/ 4 w 4"/>
                  <a:gd name="T63" fmla="*/ 6 h 6"/>
                  <a:gd name="T64" fmla="*/ 4 w 4"/>
                  <a:gd name="T65" fmla="*/ 5 h 6"/>
                  <a:gd name="T66" fmla="*/ 4 w 4"/>
                  <a:gd name="T67" fmla="*/ 5 h 6"/>
                  <a:gd name="T68" fmla="*/ 4 w 4"/>
                  <a:gd name="T69" fmla="*/ 5 h 6"/>
                  <a:gd name="T70" fmla="*/ 4 w 4"/>
                  <a:gd name="T71" fmla="*/ 5 h 6"/>
                  <a:gd name="T72" fmla="*/ 4 w 4"/>
                  <a:gd name="T73" fmla="*/ 5 h 6"/>
                  <a:gd name="T74" fmla="*/ 3 w 4"/>
                  <a:gd name="T75" fmla="*/ 4 h 6"/>
                  <a:gd name="T76" fmla="*/ 4 w 4"/>
                  <a:gd name="T77" fmla="*/ 4 h 6"/>
                  <a:gd name="T78" fmla="*/ 3 w 4"/>
                  <a:gd name="T79" fmla="*/ 4 h 6"/>
                  <a:gd name="T80" fmla="*/ 3 w 4"/>
                  <a:gd name="T81" fmla="*/ 3 h 6"/>
                  <a:gd name="T82" fmla="*/ 3 w 4"/>
                  <a:gd name="T83" fmla="*/ 3 h 6"/>
                  <a:gd name="T84" fmla="*/ 3 w 4"/>
                  <a:gd name="T85" fmla="*/ 3 h 6"/>
                  <a:gd name="T86" fmla="*/ 3 w 4"/>
                  <a:gd name="T87" fmla="*/ 3 h 6"/>
                  <a:gd name="T88" fmla="*/ 3 w 4"/>
                  <a:gd name="T89" fmla="*/ 2 h 6"/>
                  <a:gd name="T90" fmla="*/ 3 w 4"/>
                  <a:gd name="T91" fmla="*/ 1 h 6"/>
                  <a:gd name="T92" fmla="*/ 2 w 4"/>
                  <a:gd name="T93" fmla="*/ 1 h 6"/>
                  <a:gd name="T94" fmla="*/ 2 w 4"/>
                  <a:gd name="T95" fmla="*/ 1 h 6"/>
                  <a:gd name="T96" fmla="*/ 3 w 4"/>
                  <a:gd name="T97" fmla="*/ 0 h 6"/>
                  <a:gd name="T98" fmla="*/ 2 w 4"/>
                  <a:gd name="T99" fmla="*/ 0 h 6"/>
                  <a:gd name="T100" fmla="*/ 1 w 4"/>
                  <a:gd name="T101" fmla="*/ 1 h 6"/>
                  <a:gd name="T102" fmla="*/ 1 w 4"/>
                  <a:gd name="T103" fmla="*/ 1 h 6"/>
                  <a:gd name="T104" fmla="*/ 1 w 4"/>
                  <a:gd name="T105" fmla="*/ 1 h 6"/>
                  <a:gd name="T106" fmla="*/ 1 w 4"/>
                  <a:gd name="T107" fmla="*/ 1 h 6"/>
                  <a:gd name="T108" fmla="*/ 1 w 4"/>
                  <a:gd name="T109" fmla="*/ 1 h 6"/>
                  <a:gd name="T110" fmla="*/ 1 w 4"/>
                  <a:gd name="T111" fmla="*/ 1 h 6"/>
                  <a:gd name="T112" fmla="*/ 1 w 4"/>
                  <a:gd name="T113" fmla="*/ 1 h 6"/>
                  <a:gd name="T114" fmla="*/ 1 w 4"/>
                  <a:gd name="T115" fmla="*/ 1 h 6"/>
                  <a:gd name="T116" fmla="*/ 1 w 4"/>
                  <a:gd name="T117" fmla="*/ 2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4" h="6">
                    <a:moveTo>
                      <a:pt x="1" y="2"/>
                    </a:moveTo>
                    <a:cubicBezTo>
                      <a:pt x="1" y="2"/>
                      <a:pt x="1" y="2"/>
                      <a:pt x="1" y="2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2"/>
                      <a:pt x="2" y="2"/>
                      <a:pt x="2" y="2"/>
                    </a:cubicBezTo>
                    <a:cubicBezTo>
                      <a:pt x="2" y="2"/>
                      <a:pt x="2" y="2"/>
                      <a:pt x="1" y="2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4"/>
                      <a:pt x="2" y="4"/>
                    </a:cubicBezTo>
                    <a:cubicBezTo>
                      <a:pt x="2" y="4"/>
                      <a:pt x="1" y="4"/>
                      <a:pt x="1" y="4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1" y="4"/>
                      <a:pt x="1" y="5"/>
                      <a:pt x="1" y="5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0" y="5"/>
                      <a:pt x="0" y="5"/>
                      <a:pt x="1" y="5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1" y="5"/>
                      <a:pt x="2" y="5"/>
                      <a:pt x="2" y="5"/>
                    </a:cubicBezTo>
                    <a:cubicBezTo>
                      <a:pt x="2" y="5"/>
                      <a:pt x="2" y="5"/>
                      <a:pt x="2" y="5"/>
                    </a:cubicBezTo>
                    <a:cubicBezTo>
                      <a:pt x="2" y="5"/>
                      <a:pt x="2" y="5"/>
                      <a:pt x="2" y="5"/>
                    </a:cubicBezTo>
                    <a:cubicBezTo>
                      <a:pt x="2" y="5"/>
                      <a:pt x="2" y="5"/>
                      <a:pt x="2" y="5"/>
                    </a:cubicBezTo>
                    <a:cubicBezTo>
                      <a:pt x="2" y="5"/>
                      <a:pt x="2" y="5"/>
                      <a:pt x="2" y="5"/>
                    </a:cubicBezTo>
                    <a:cubicBezTo>
                      <a:pt x="2" y="5"/>
                      <a:pt x="2" y="6"/>
                      <a:pt x="1" y="6"/>
                    </a:cubicBezTo>
                    <a:cubicBezTo>
                      <a:pt x="1" y="6"/>
                      <a:pt x="1" y="6"/>
                      <a:pt x="1" y="6"/>
                    </a:cubicBezTo>
                    <a:cubicBezTo>
                      <a:pt x="1" y="6"/>
                      <a:pt x="1" y="6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6"/>
                      <a:pt x="0" y="6"/>
                      <a:pt x="1" y="6"/>
                    </a:cubicBezTo>
                    <a:cubicBezTo>
                      <a:pt x="1" y="6"/>
                      <a:pt x="1" y="6"/>
                      <a:pt x="1" y="6"/>
                    </a:cubicBezTo>
                    <a:cubicBezTo>
                      <a:pt x="1" y="6"/>
                      <a:pt x="1" y="6"/>
                      <a:pt x="1" y="6"/>
                    </a:cubicBezTo>
                    <a:cubicBezTo>
                      <a:pt x="1" y="6"/>
                      <a:pt x="1" y="6"/>
                      <a:pt x="1" y="6"/>
                    </a:cubicBezTo>
                    <a:cubicBezTo>
                      <a:pt x="1" y="6"/>
                      <a:pt x="1" y="6"/>
                      <a:pt x="1" y="6"/>
                    </a:cubicBezTo>
                    <a:cubicBezTo>
                      <a:pt x="2" y="6"/>
                      <a:pt x="2" y="6"/>
                      <a:pt x="2" y="6"/>
                    </a:cubicBezTo>
                    <a:cubicBezTo>
                      <a:pt x="2" y="6"/>
                      <a:pt x="2" y="6"/>
                      <a:pt x="2" y="6"/>
                    </a:cubicBezTo>
                    <a:cubicBezTo>
                      <a:pt x="2" y="6"/>
                      <a:pt x="3" y="6"/>
                      <a:pt x="3" y="6"/>
                    </a:cubicBezTo>
                    <a:cubicBezTo>
                      <a:pt x="3" y="6"/>
                      <a:pt x="3" y="6"/>
                      <a:pt x="3" y="6"/>
                    </a:cubicBezTo>
                    <a:cubicBezTo>
                      <a:pt x="3" y="6"/>
                      <a:pt x="3" y="6"/>
                      <a:pt x="3" y="6"/>
                    </a:cubicBezTo>
                    <a:cubicBezTo>
                      <a:pt x="3" y="6"/>
                      <a:pt x="4" y="6"/>
                      <a:pt x="4" y="6"/>
                    </a:cubicBezTo>
                    <a:cubicBezTo>
                      <a:pt x="4" y="6"/>
                      <a:pt x="4" y="6"/>
                      <a:pt x="4" y="6"/>
                    </a:cubicBezTo>
                    <a:cubicBezTo>
                      <a:pt x="4" y="6"/>
                      <a:pt x="4" y="6"/>
                      <a:pt x="4" y="6"/>
                    </a:cubicBezTo>
                    <a:cubicBezTo>
                      <a:pt x="4" y="6"/>
                      <a:pt x="4" y="6"/>
                      <a:pt x="4" y="6"/>
                    </a:cubicBezTo>
                    <a:cubicBezTo>
                      <a:pt x="4" y="6"/>
                      <a:pt x="4" y="5"/>
                      <a:pt x="4" y="5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4" y="5"/>
                      <a:pt x="4" y="4"/>
                      <a:pt x="4" y="4"/>
                    </a:cubicBezTo>
                    <a:cubicBezTo>
                      <a:pt x="4" y="4"/>
                      <a:pt x="4" y="4"/>
                      <a:pt x="3" y="4"/>
                    </a:cubicBezTo>
                    <a:cubicBezTo>
                      <a:pt x="3" y="4"/>
                      <a:pt x="3" y="4"/>
                      <a:pt x="3" y="4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4" y="4"/>
                      <a:pt x="4" y="4"/>
                      <a:pt x="3" y="4"/>
                    </a:cubicBezTo>
                    <a:cubicBezTo>
                      <a:pt x="3" y="4"/>
                      <a:pt x="3" y="4"/>
                      <a:pt x="3" y="4"/>
                    </a:cubicBezTo>
                    <a:cubicBezTo>
                      <a:pt x="3" y="4"/>
                      <a:pt x="3" y="4"/>
                      <a:pt x="3" y="4"/>
                    </a:cubicBezTo>
                    <a:cubicBezTo>
                      <a:pt x="3" y="4"/>
                      <a:pt x="3" y="3"/>
                      <a:pt x="3" y="3"/>
                    </a:cubicBezTo>
                    <a:cubicBezTo>
                      <a:pt x="3" y="3"/>
                      <a:pt x="3" y="3"/>
                      <a:pt x="3" y="3"/>
                    </a:cubicBezTo>
                    <a:cubicBezTo>
                      <a:pt x="3" y="3"/>
                      <a:pt x="3" y="3"/>
                      <a:pt x="3" y="3"/>
                    </a:cubicBezTo>
                    <a:cubicBezTo>
                      <a:pt x="3" y="3"/>
                      <a:pt x="3" y="3"/>
                      <a:pt x="3" y="3"/>
                    </a:cubicBezTo>
                    <a:cubicBezTo>
                      <a:pt x="3" y="3"/>
                      <a:pt x="3" y="3"/>
                      <a:pt x="3" y="3"/>
                    </a:cubicBezTo>
                    <a:cubicBezTo>
                      <a:pt x="3" y="3"/>
                      <a:pt x="3" y="3"/>
                      <a:pt x="3" y="3"/>
                    </a:cubicBezTo>
                    <a:cubicBezTo>
                      <a:pt x="3" y="3"/>
                      <a:pt x="3" y="3"/>
                      <a:pt x="3" y="3"/>
                    </a:cubicBezTo>
                    <a:cubicBezTo>
                      <a:pt x="3" y="3"/>
                      <a:pt x="3" y="3"/>
                      <a:pt x="3" y="3"/>
                    </a:cubicBezTo>
                    <a:cubicBezTo>
                      <a:pt x="3" y="3"/>
                      <a:pt x="3" y="3"/>
                      <a:pt x="3" y="2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3" y="1"/>
                      <a:pt x="3" y="1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1"/>
                      <a:pt x="2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2"/>
                      <a:pt x="1" y="2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2"/>
                      <a:pt x="1" y="2"/>
                      <a:pt x="1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446"/>
                <a:endParaRPr lang="id-ID" sz="1800">
                  <a:solidFill>
                    <a:prstClr val="black"/>
                  </a:solidFill>
                </a:endParaRPr>
              </a:p>
            </p:txBody>
          </p:sp>
          <p:sp>
            <p:nvSpPr>
              <p:cNvPr id="24" name="Freeform 175"/>
              <p:cNvSpPr>
                <a:spLocks/>
              </p:cNvSpPr>
              <p:nvPr/>
            </p:nvSpPr>
            <p:spPr bwMode="auto">
              <a:xfrm>
                <a:off x="9739171" y="7184072"/>
                <a:ext cx="11113" cy="11113"/>
              </a:xfrm>
              <a:custGeom>
                <a:avLst/>
                <a:gdLst>
                  <a:gd name="T0" fmla="*/ 1 w 3"/>
                  <a:gd name="T1" fmla="*/ 3 h 3"/>
                  <a:gd name="T2" fmla="*/ 1 w 3"/>
                  <a:gd name="T3" fmla="*/ 3 h 3"/>
                  <a:gd name="T4" fmla="*/ 1 w 3"/>
                  <a:gd name="T5" fmla="*/ 3 h 3"/>
                  <a:gd name="T6" fmla="*/ 2 w 3"/>
                  <a:gd name="T7" fmla="*/ 3 h 3"/>
                  <a:gd name="T8" fmla="*/ 2 w 3"/>
                  <a:gd name="T9" fmla="*/ 2 h 3"/>
                  <a:gd name="T10" fmla="*/ 2 w 3"/>
                  <a:gd name="T11" fmla="*/ 2 h 3"/>
                  <a:gd name="T12" fmla="*/ 2 w 3"/>
                  <a:gd name="T13" fmla="*/ 1 h 3"/>
                  <a:gd name="T14" fmla="*/ 3 w 3"/>
                  <a:gd name="T15" fmla="*/ 1 h 3"/>
                  <a:gd name="T16" fmla="*/ 3 w 3"/>
                  <a:gd name="T17" fmla="*/ 1 h 3"/>
                  <a:gd name="T18" fmla="*/ 2 w 3"/>
                  <a:gd name="T19" fmla="*/ 0 h 3"/>
                  <a:gd name="T20" fmla="*/ 1 w 3"/>
                  <a:gd name="T21" fmla="*/ 1 h 3"/>
                  <a:gd name="T22" fmla="*/ 1 w 3"/>
                  <a:gd name="T23" fmla="*/ 1 h 3"/>
                  <a:gd name="T24" fmla="*/ 1 w 3"/>
                  <a:gd name="T25" fmla="*/ 1 h 3"/>
                  <a:gd name="T26" fmla="*/ 0 w 3"/>
                  <a:gd name="T27" fmla="*/ 1 h 3"/>
                  <a:gd name="T28" fmla="*/ 1 w 3"/>
                  <a:gd name="T29" fmla="*/ 2 h 3"/>
                  <a:gd name="T30" fmla="*/ 0 w 3"/>
                  <a:gd name="T31" fmla="*/ 2 h 3"/>
                  <a:gd name="T32" fmla="*/ 0 w 3"/>
                  <a:gd name="T33" fmla="*/ 3 h 3"/>
                  <a:gd name="T34" fmla="*/ 0 w 3"/>
                  <a:gd name="T35" fmla="*/ 3 h 3"/>
                  <a:gd name="T36" fmla="*/ 1 w 3"/>
                  <a:gd name="T37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3" h="3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2" y="3"/>
                      <a:pt x="2" y="3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2"/>
                      <a:pt x="2" y="2"/>
                      <a:pt x="2" y="1"/>
                    </a:cubicBezTo>
                    <a:cubicBezTo>
                      <a:pt x="2" y="1"/>
                      <a:pt x="2" y="1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1"/>
                      <a:pt x="2" y="0"/>
                      <a:pt x="2" y="0"/>
                    </a:cubicBezTo>
                    <a:cubicBezTo>
                      <a:pt x="2" y="0"/>
                      <a:pt x="1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1"/>
                      <a:pt x="0" y="1"/>
                    </a:cubicBezTo>
                    <a:cubicBezTo>
                      <a:pt x="0" y="2"/>
                      <a:pt x="0" y="2"/>
                      <a:pt x="1" y="2"/>
                    </a:cubicBezTo>
                    <a:cubicBezTo>
                      <a:pt x="1" y="2"/>
                      <a:pt x="1" y="2"/>
                      <a:pt x="0" y="2"/>
                    </a:cubicBezTo>
                    <a:cubicBezTo>
                      <a:pt x="0" y="2"/>
                      <a:pt x="0" y="2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1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446"/>
                <a:endParaRPr lang="id-ID" sz="1800">
                  <a:solidFill>
                    <a:prstClr val="black"/>
                  </a:solidFill>
                </a:endParaRPr>
              </a:p>
            </p:txBody>
          </p:sp>
          <p:sp>
            <p:nvSpPr>
              <p:cNvPr id="28" name="Freeform 176"/>
              <p:cNvSpPr>
                <a:spLocks/>
              </p:cNvSpPr>
              <p:nvPr/>
            </p:nvSpPr>
            <p:spPr bwMode="auto">
              <a:xfrm>
                <a:off x="9785209" y="71840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446"/>
                <a:endParaRPr lang="id-ID" sz="1800">
                  <a:solidFill>
                    <a:prstClr val="black"/>
                  </a:solidFill>
                </a:endParaRPr>
              </a:p>
            </p:txBody>
          </p:sp>
          <p:sp>
            <p:nvSpPr>
              <p:cNvPr id="29" name="Freeform 177"/>
              <p:cNvSpPr>
                <a:spLocks noEditPoints="1"/>
              </p:cNvSpPr>
              <p:nvPr/>
            </p:nvSpPr>
            <p:spPr bwMode="auto">
              <a:xfrm>
                <a:off x="9529621" y="7074535"/>
                <a:ext cx="479425" cy="481013"/>
              </a:xfrm>
              <a:custGeom>
                <a:avLst/>
                <a:gdLst>
                  <a:gd name="T0" fmla="*/ 64 w 128"/>
                  <a:gd name="T1" fmla="*/ 114 h 128"/>
                  <a:gd name="T2" fmla="*/ 29 w 128"/>
                  <a:gd name="T3" fmla="*/ 92 h 128"/>
                  <a:gd name="T4" fmla="*/ 31 w 128"/>
                  <a:gd name="T5" fmla="*/ 82 h 128"/>
                  <a:gd name="T6" fmla="*/ 18 w 128"/>
                  <a:gd name="T7" fmla="*/ 64 h 128"/>
                  <a:gd name="T8" fmla="*/ 30 w 128"/>
                  <a:gd name="T9" fmla="*/ 28 h 128"/>
                  <a:gd name="T10" fmla="*/ 33 w 128"/>
                  <a:gd name="T11" fmla="*/ 27 h 128"/>
                  <a:gd name="T12" fmla="*/ 33 w 128"/>
                  <a:gd name="T13" fmla="*/ 26 h 128"/>
                  <a:gd name="T14" fmla="*/ 37 w 128"/>
                  <a:gd name="T15" fmla="*/ 26 h 128"/>
                  <a:gd name="T16" fmla="*/ 41 w 128"/>
                  <a:gd name="T17" fmla="*/ 20 h 128"/>
                  <a:gd name="T18" fmla="*/ 53 w 128"/>
                  <a:gd name="T19" fmla="*/ 16 h 128"/>
                  <a:gd name="T20" fmla="*/ 46 w 128"/>
                  <a:gd name="T21" fmla="*/ 20 h 128"/>
                  <a:gd name="T22" fmla="*/ 46 w 128"/>
                  <a:gd name="T23" fmla="*/ 23 h 128"/>
                  <a:gd name="T24" fmla="*/ 49 w 128"/>
                  <a:gd name="T25" fmla="*/ 20 h 128"/>
                  <a:gd name="T26" fmla="*/ 52 w 128"/>
                  <a:gd name="T27" fmla="*/ 20 h 128"/>
                  <a:gd name="T28" fmla="*/ 55 w 128"/>
                  <a:gd name="T29" fmla="*/ 19 h 128"/>
                  <a:gd name="T30" fmla="*/ 83 w 128"/>
                  <a:gd name="T31" fmla="*/ 19 h 128"/>
                  <a:gd name="T32" fmla="*/ 80 w 128"/>
                  <a:gd name="T33" fmla="*/ 21 h 128"/>
                  <a:gd name="T34" fmla="*/ 77 w 128"/>
                  <a:gd name="T35" fmla="*/ 22 h 128"/>
                  <a:gd name="T36" fmla="*/ 72 w 128"/>
                  <a:gd name="T37" fmla="*/ 19 h 128"/>
                  <a:gd name="T38" fmla="*/ 66 w 128"/>
                  <a:gd name="T39" fmla="*/ 25 h 128"/>
                  <a:gd name="T40" fmla="*/ 69 w 128"/>
                  <a:gd name="T41" fmla="*/ 29 h 128"/>
                  <a:gd name="T42" fmla="*/ 74 w 128"/>
                  <a:gd name="T43" fmla="*/ 23 h 128"/>
                  <a:gd name="T44" fmla="*/ 77 w 128"/>
                  <a:gd name="T45" fmla="*/ 26 h 128"/>
                  <a:gd name="T46" fmla="*/ 75 w 128"/>
                  <a:gd name="T47" fmla="*/ 28 h 128"/>
                  <a:gd name="T48" fmla="*/ 71 w 128"/>
                  <a:gd name="T49" fmla="*/ 31 h 128"/>
                  <a:gd name="T50" fmla="*/ 68 w 128"/>
                  <a:gd name="T51" fmla="*/ 30 h 128"/>
                  <a:gd name="T52" fmla="*/ 65 w 128"/>
                  <a:gd name="T53" fmla="*/ 31 h 128"/>
                  <a:gd name="T54" fmla="*/ 62 w 128"/>
                  <a:gd name="T55" fmla="*/ 34 h 128"/>
                  <a:gd name="T56" fmla="*/ 60 w 128"/>
                  <a:gd name="T57" fmla="*/ 34 h 128"/>
                  <a:gd name="T58" fmla="*/ 59 w 128"/>
                  <a:gd name="T59" fmla="*/ 36 h 128"/>
                  <a:gd name="T60" fmla="*/ 54 w 128"/>
                  <a:gd name="T61" fmla="*/ 44 h 128"/>
                  <a:gd name="T62" fmla="*/ 58 w 128"/>
                  <a:gd name="T63" fmla="*/ 45 h 128"/>
                  <a:gd name="T64" fmla="*/ 62 w 128"/>
                  <a:gd name="T65" fmla="*/ 41 h 128"/>
                  <a:gd name="T66" fmla="*/ 72 w 128"/>
                  <a:gd name="T67" fmla="*/ 43 h 128"/>
                  <a:gd name="T68" fmla="*/ 73 w 128"/>
                  <a:gd name="T69" fmla="*/ 43 h 128"/>
                  <a:gd name="T70" fmla="*/ 69 w 128"/>
                  <a:gd name="T71" fmla="*/ 38 h 128"/>
                  <a:gd name="T72" fmla="*/ 75 w 128"/>
                  <a:gd name="T73" fmla="*/ 42 h 128"/>
                  <a:gd name="T74" fmla="*/ 76 w 128"/>
                  <a:gd name="T75" fmla="*/ 43 h 128"/>
                  <a:gd name="T76" fmla="*/ 77 w 128"/>
                  <a:gd name="T77" fmla="*/ 42 h 128"/>
                  <a:gd name="T78" fmla="*/ 80 w 128"/>
                  <a:gd name="T79" fmla="*/ 41 h 128"/>
                  <a:gd name="T80" fmla="*/ 80 w 128"/>
                  <a:gd name="T81" fmla="*/ 43 h 128"/>
                  <a:gd name="T82" fmla="*/ 87 w 128"/>
                  <a:gd name="T83" fmla="*/ 46 h 128"/>
                  <a:gd name="T84" fmla="*/ 79 w 128"/>
                  <a:gd name="T85" fmla="*/ 49 h 128"/>
                  <a:gd name="T86" fmla="*/ 69 w 128"/>
                  <a:gd name="T87" fmla="*/ 46 h 128"/>
                  <a:gd name="T88" fmla="*/ 54 w 128"/>
                  <a:gd name="T89" fmla="*/ 46 h 128"/>
                  <a:gd name="T90" fmla="*/ 48 w 128"/>
                  <a:gd name="T91" fmla="*/ 52 h 128"/>
                  <a:gd name="T92" fmla="*/ 44 w 128"/>
                  <a:gd name="T93" fmla="*/ 68 h 128"/>
                  <a:gd name="T94" fmla="*/ 65 w 128"/>
                  <a:gd name="T95" fmla="*/ 77 h 128"/>
                  <a:gd name="T96" fmla="*/ 66 w 128"/>
                  <a:gd name="T97" fmla="*/ 82 h 128"/>
                  <a:gd name="T98" fmla="*/ 69 w 128"/>
                  <a:gd name="T99" fmla="*/ 96 h 128"/>
                  <a:gd name="T100" fmla="*/ 74 w 128"/>
                  <a:gd name="T101" fmla="*/ 106 h 128"/>
                  <a:gd name="T102" fmla="*/ 89 w 128"/>
                  <a:gd name="T103" fmla="*/ 99 h 128"/>
                  <a:gd name="T104" fmla="*/ 94 w 128"/>
                  <a:gd name="T105" fmla="*/ 83 h 128"/>
                  <a:gd name="T106" fmla="*/ 100 w 128"/>
                  <a:gd name="T107" fmla="*/ 66 h 128"/>
                  <a:gd name="T108" fmla="*/ 86 w 128"/>
                  <a:gd name="T109" fmla="*/ 51 h 128"/>
                  <a:gd name="T110" fmla="*/ 88 w 128"/>
                  <a:gd name="T111" fmla="*/ 51 h 128"/>
                  <a:gd name="T112" fmla="*/ 97 w 128"/>
                  <a:gd name="T113" fmla="*/ 65 h 128"/>
                  <a:gd name="T114" fmla="*/ 105 w 128"/>
                  <a:gd name="T115" fmla="*/ 57 h 128"/>
                  <a:gd name="T116" fmla="*/ 104 w 128"/>
                  <a:gd name="T117" fmla="*/ 52 h 128"/>
                  <a:gd name="T118" fmla="*/ 98 w 128"/>
                  <a:gd name="T119" fmla="*/ 51 h 128"/>
                  <a:gd name="T120" fmla="*/ 110 w 128"/>
                  <a:gd name="T121" fmla="*/ 49 h 128"/>
                  <a:gd name="T122" fmla="*/ 113 w 128"/>
                  <a:gd name="T123" fmla="*/ 64 h 1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28" h="128">
                    <a:moveTo>
                      <a:pt x="64" y="0"/>
                    </a:moveTo>
                    <a:cubicBezTo>
                      <a:pt x="29" y="0"/>
                      <a:pt x="0" y="29"/>
                      <a:pt x="0" y="64"/>
                    </a:cubicBezTo>
                    <a:cubicBezTo>
                      <a:pt x="0" y="99"/>
                      <a:pt x="29" y="128"/>
                      <a:pt x="64" y="128"/>
                    </a:cubicBezTo>
                    <a:cubicBezTo>
                      <a:pt x="99" y="128"/>
                      <a:pt x="128" y="99"/>
                      <a:pt x="128" y="64"/>
                    </a:cubicBezTo>
                    <a:cubicBezTo>
                      <a:pt x="128" y="29"/>
                      <a:pt x="99" y="0"/>
                      <a:pt x="64" y="0"/>
                    </a:cubicBezTo>
                    <a:close/>
                    <a:moveTo>
                      <a:pt x="64" y="114"/>
                    </a:moveTo>
                    <a:cubicBezTo>
                      <a:pt x="49" y="114"/>
                      <a:pt x="36" y="107"/>
                      <a:pt x="27" y="96"/>
                    </a:cubicBezTo>
                    <a:cubicBezTo>
                      <a:pt x="27" y="96"/>
                      <a:pt x="26" y="96"/>
                      <a:pt x="26" y="96"/>
                    </a:cubicBezTo>
                    <a:cubicBezTo>
                      <a:pt x="26" y="96"/>
                      <a:pt x="28" y="94"/>
                      <a:pt x="28" y="93"/>
                    </a:cubicBezTo>
                    <a:cubicBezTo>
                      <a:pt x="28" y="93"/>
                      <a:pt x="28" y="93"/>
                      <a:pt x="29" y="93"/>
                    </a:cubicBezTo>
                    <a:cubicBezTo>
                      <a:pt x="29" y="94"/>
                      <a:pt x="30" y="93"/>
                      <a:pt x="30" y="93"/>
                    </a:cubicBezTo>
                    <a:cubicBezTo>
                      <a:pt x="29" y="92"/>
                      <a:pt x="29" y="92"/>
                      <a:pt x="29" y="92"/>
                    </a:cubicBezTo>
                    <a:cubicBezTo>
                      <a:pt x="30" y="91"/>
                      <a:pt x="29" y="89"/>
                      <a:pt x="29" y="88"/>
                    </a:cubicBezTo>
                    <a:cubicBezTo>
                      <a:pt x="29" y="88"/>
                      <a:pt x="29" y="88"/>
                      <a:pt x="29" y="88"/>
                    </a:cubicBezTo>
                    <a:cubicBezTo>
                      <a:pt x="29" y="88"/>
                      <a:pt x="29" y="88"/>
                      <a:pt x="29" y="88"/>
                    </a:cubicBezTo>
                    <a:cubicBezTo>
                      <a:pt x="29" y="89"/>
                      <a:pt x="29" y="85"/>
                      <a:pt x="30" y="85"/>
                    </a:cubicBezTo>
                    <a:cubicBezTo>
                      <a:pt x="30" y="85"/>
                      <a:pt x="30" y="84"/>
                      <a:pt x="30" y="84"/>
                    </a:cubicBezTo>
                    <a:cubicBezTo>
                      <a:pt x="31" y="83"/>
                      <a:pt x="31" y="83"/>
                      <a:pt x="31" y="82"/>
                    </a:cubicBezTo>
                    <a:cubicBezTo>
                      <a:pt x="31" y="81"/>
                      <a:pt x="27" y="77"/>
                      <a:pt x="26" y="76"/>
                    </a:cubicBezTo>
                    <a:cubicBezTo>
                      <a:pt x="25" y="75"/>
                      <a:pt x="25" y="74"/>
                      <a:pt x="24" y="74"/>
                    </a:cubicBezTo>
                    <a:cubicBezTo>
                      <a:pt x="24" y="74"/>
                      <a:pt x="24" y="74"/>
                      <a:pt x="24" y="73"/>
                    </a:cubicBezTo>
                    <a:cubicBezTo>
                      <a:pt x="24" y="73"/>
                      <a:pt x="23" y="73"/>
                      <a:pt x="23" y="73"/>
                    </a:cubicBezTo>
                    <a:cubicBezTo>
                      <a:pt x="23" y="73"/>
                      <a:pt x="22" y="71"/>
                      <a:pt x="22" y="71"/>
                    </a:cubicBezTo>
                    <a:cubicBezTo>
                      <a:pt x="22" y="69"/>
                      <a:pt x="20" y="66"/>
                      <a:pt x="18" y="64"/>
                    </a:cubicBezTo>
                    <a:cubicBezTo>
                      <a:pt x="18" y="64"/>
                      <a:pt x="16" y="59"/>
                      <a:pt x="16" y="59"/>
                    </a:cubicBezTo>
                    <a:cubicBezTo>
                      <a:pt x="17" y="59"/>
                      <a:pt x="17" y="58"/>
                      <a:pt x="16" y="58"/>
                    </a:cubicBezTo>
                    <a:cubicBezTo>
                      <a:pt x="16" y="57"/>
                      <a:pt x="16" y="57"/>
                      <a:pt x="16" y="57"/>
                    </a:cubicBezTo>
                    <a:cubicBezTo>
                      <a:pt x="16" y="57"/>
                      <a:pt x="16" y="57"/>
                      <a:pt x="16" y="57"/>
                    </a:cubicBezTo>
                    <a:cubicBezTo>
                      <a:pt x="15" y="56"/>
                      <a:pt x="15" y="56"/>
                      <a:pt x="15" y="56"/>
                    </a:cubicBezTo>
                    <a:cubicBezTo>
                      <a:pt x="17" y="45"/>
                      <a:pt x="22" y="36"/>
                      <a:pt x="30" y="28"/>
                    </a:cubicBezTo>
                    <a:cubicBezTo>
                      <a:pt x="30" y="28"/>
                      <a:pt x="30" y="28"/>
                      <a:pt x="30" y="28"/>
                    </a:cubicBezTo>
                    <a:cubicBezTo>
                      <a:pt x="31" y="28"/>
                      <a:pt x="32" y="28"/>
                      <a:pt x="32" y="28"/>
                    </a:cubicBezTo>
                    <a:cubicBezTo>
                      <a:pt x="32" y="28"/>
                      <a:pt x="32" y="28"/>
                      <a:pt x="32" y="28"/>
                    </a:cubicBezTo>
                    <a:cubicBezTo>
                      <a:pt x="32" y="28"/>
                      <a:pt x="32" y="27"/>
                      <a:pt x="32" y="27"/>
                    </a:cubicBezTo>
                    <a:cubicBezTo>
                      <a:pt x="32" y="27"/>
                      <a:pt x="32" y="27"/>
                      <a:pt x="33" y="27"/>
                    </a:cubicBezTo>
                    <a:cubicBezTo>
                      <a:pt x="33" y="27"/>
                      <a:pt x="33" y="27"/>
                      <a:pt x="33" y="27"/>
                    </a:cubicBezTo>
                    <a:cubicBezTo>
                      <a:pt x="32" y="27"/>
                      <a:pt x="33" y="26"/>
                      <a:pt x="33" y="26"/>
                    </a:cubicBezTo>
                    <a:cubicBezTo>
                      <a:pt x="33" y="26"/>
                      <a:pt x="33" y="26"/>
                      <a:pt x="33" y="26"/>
                    </a:cubicBezTo>
                    <a:cubicBezTo>
                      <a:pt x="33" y="26"/>
                      <a:pt x="33" y="26"/>
                      <a:pt x="33" y="26"/>
                    </a:cubicBezTo>
                    <a:cubicBezTo>
                      <a:pt x="33" y="26"/>
                      <a:pt x="33" y="26"/>
                      <a:pt x="33" y="26"/>
                    </a:cubicBezTo>
                    <a:cubicBezTo>
                      <a:pt x="33" y="26"/>
                      <a:pt x="33" y="26"/>
                      <a:pt x="34" y="26"/>
                    </a:cubicBezTo>
                    <a:cubicBezTo>
                      <a:pt x="34" y="26"/>
                      <a:pt x="33" y="26"/>
                      <a:pt x="33" y="26"/>
                    </a:cubicBezTo>
                    <a:cubicBezTo>
                      <a:pt x="33" y="25"/>
                      <a:pt x="33" y="25"/>
                      <a:pt x="33" y="25"/>
                    </a:cubicBezTo>
                    <a:cubicBezTo>
                      <a:pt x="33" y="25"/>
                      <a:pt x="33" y="25"/>
                      <a:pt x="33" y="25"/>
                    </a:cubicBezTo>
                    <a:cubicBezTo>
                      <a:pt x="34" y="25"/>
                      <a:pt x="35" y="25"/>
                      <a:pt x="35" y="26"/>
                    </a:cubicBezTo>
                    <a:cubicBezTo>
                      <a:pt x="35" y="26"/>
                      <a:pt x="35" y="26"/>
                      <a:pt x="35" y="26"/>
                    </a:cubicBezTo>
                    <a:cubicBezTo>
                      <a:pt x="35" y="26"/>
                      <a:pt x="35" y="26"/>
                      <a:pt x="36" y="26"/>
                    </a:cubicBezTo>
                    <a:cubicBezTo>
                      <a:pt x="36" y="26"/>
                      <a:pt x="37" y="26"/>
                      <a:pt x="37" y="26"/>
                    </a:cubicBezTo>
                    <a:cubicBezTo>
                      <a:pt x="37" y="26"/>
                      <a:pt x="37" y="26"/>
                      <a:pt x="37" y="26"/>
                    </a:cubicBezTo>
                    <a:cubicBezTo>
                      <a:pt x="38" y="25"/>
                      <a:pt x="38" y="23"/>
                      <a:pt x="40" y="22"/>
                    </a:cubicBezTo>
                    <a:cubicBezTo>
                      <a:pt x="40" y="22"/>
                      <a:pt x="40" y="22"/>
                      <a:pt x="40" y="22"/>
                    </a:cubicBezTo>
                    <a:cubicBezTo>
                      <a:pt x="40" y="21"/>
                      <a:pt x="41" y="21"/>
                      <a:pt x="41" y="21"/>
                    </a:cubicBezTo>
                    <a:cubicBezTo>
                      <a:pt x="41" y="21"/>
                      <a:pt x="41" y="21"/>
                      <a:pt x="41" y="21"/>
                    </a:cubicBezTo>
                    <a:cubicBezTo>
                      <a:pt x="41" y="21"/>
                      <a:pt x="41" y="20"/>
                      <a:pt x="41" y="20"/>
                    </a:cubicBezTo>
                    <a:cubicBezTo>
                      <a:pt x="41" y="20"/>
                      <a:pt x="41" y="20"/>
                      <a:pt x="41" y="20"/>
                    </a:cubicBezTo>
                    <a:cubicBezTo>
                      <a:pt x="45" y="18"/>
                      <a:pt x="49" y="17"/>
                      <a:pt x="53" y="16"/>
                    </a:cubicBezTo>
                    <a:cubicBezTo>
                      <a:pt x="53" y="16"/>
                      <a:pt x="53" y="16"/>
                      <a:pt x="53" y="16"/>
                    </a:cubicBezTo>
                    <a:cubicBezTo>
                      <a:pt x="53" y="16"/>
                      <a:pt x="53" y="16"/>
                      <a:pt x="53" y="16"/>
                    </a:cubicBezTo>
                    <a:cubicBezTo>
                      <a:pt x="53" y="16"/>
                      <a:pt x="52" y="16"/>
                      <a:pt x="53" y="16"/>
                    </a:cubicBezTo>
                    <a:cubicBezTo>
                      <a:pt x="53" y="16"/>
                      <a:pt x="53" y="16"/>
                      <a:pt x="53" y="16"/>
                    </a:cubicBezTo>
                    <a:cubicBezTo>
                      <a:pt x="53" y="16"/>
                      <a:pt x="51" y="17"/>
                      <a:pt x="51" y="17"/>
                    </a:cubicBezTo>
                    <a:cubicBezTo>
                      <a:pt x="51" y="17"/>
                      <a:pt x="51" y="17"/>
                      <a:pt x="51" y="17"/>
                    </a:cubicBezTo>
                    <a:cubicBezTo>
                      <a:pt x="50" y="17"/>
                      <a:pt x="49" y="18"/>
                      <a:pt x="48" y="18"/>
                    </a:cubicBezTo>
                    <a:cubicBezTo>
                      <a:pt x="48" y="18"/>
                      <a:pt x="48" y="19"/>
                      <a:pt x="47" y="19"/>
                    </a:cubicBezTo>
                    <a:cubicBezTo>
                      <a:pt x="47" y="19"/>
                      <a:pt x="47" y="19"/>
                      <a:pt x="48" y="19"/>
                    </a:cubicBezTo>
                    <a:cubicBezTo>
                      <a:pt x="48" y="19"/>
                      <a:pt x="46" y="20"/>
                      <a:pt x="46" y="20"/>
                    </a:cubicBezTo>
                    <a:cubicBezTo>
                      <a:pt x="46" y="21"/>
                      <a:pt x="46" y="21"/>
                      <a:pt x="46" y="21"/>
                    </a:cubicBezTo>
                    <a:cubicBezTo>
                      <a:pt x="46" y="21"/>
                      <a:pt x="46" y="21"/>
                      <a:pt x="46" y="21"/>
                    </a:cubicBezTo>
                    <a:cubicBezTo>
                      <a:pt x="46" y="21"/>
                      <a:pt x="46" y="22"/>
                      <a:pt x="46" y="22"/>
                    </a:cubicBezTo>
                    <a:cubicBezTo>
                      <a:pt x="46" y="22"/>
                      <a:pt x="46" y="22"/>
                      <a:pt x="46" y="22"/>
                    </a:cubicBezTo>
                    <a:cubicBezTo>
                      <a:pt x="46" y="22"/>
                      <a:pt x="46" y="22"/>
                      <a:pt x="46" y="22"/>
                    </a:cubicBezTo>
                    <a:cubicBezTo>
                      <a:pt x="46" y="22"/>
                      <a:pt x="46" y="23"/>
                      <a:pt x="46" y="23"/>
                    </a:cubicBezTo>
                    <a:cubicBezTo>
                      <a:pt x="46" y="23"/>
                      <a:pt x="46" y="23"/>
                      <a:pt x="46" y="22"/>
                    </a:cubicBezTo>
                    <a:cubicBezTo>
                      <a:pt x="46" y="22"/>
                      <a:pt x="47" y="22"/>
                      <a:pt x="47" y="22"/>
                    </a:cubicBezTo>
                    <a:cubicBezTo>
                      <a:pt x="47" y="22"/>
                      <a:pt x="47" y="22"/>
                      <a:pt x="48" y="21"/>
                    </a:cubicBezTo>
                    <a:cubicBezTo>
                      <a:pt x="48" y="21"/>
                      <a:pt x="48" y="21"/>
                      <a:pt x="48" y="21"/>
                    </a:cubicBezTo>
                    <a:cubicBezTo>
                      <a:pt x="48" y="21"/>
                      <a:pt x="49" y="21"/>
                      <a:pt x="49" y="21"/>
                    </a:cubicBezTo>
                    <a:cubicBezTo>
                      <a:pt x="49" y="20"/>
                      <a:pt x="49" y="20"/>
                      <a:pt x="49" y="20"/>
                    </a:cubicBezTo>
                    <a:cubicBezTo>
                      <a:pt x="50" y="21"/>
                      <a:pt x="50" y="21"/>
                      <a:pt x="50" y="20"/>
                    </a:cubicBezTo>
                    <a:cubicBezTo>
                      <a:pt x="50" y="20"/>
                      <a:pt x="50" y="20"/>
                      <a:pt x="51" y="20"/>
                    </a:cubicBezTo>
                    <a:cubicBezTo>
                      <a:pt x="51" y="20"/>
                      <a:pt x="51" y="20"/>
                      <a:pt x="51" y="20"/>
                    </a:cubicBezTo>
                    <a:cubicBezTo>
                      <a:pt x="52" y="20"/>
                      <a:pt x="51" y="20"/>
                      <a:pt x="51" y="20"/>
                    </a:cubicBezTo>
                    <a:cubicBezTo>
                      <a:pt x="51" y="20"/>
                      <a:pt x="51" y="20"/>
                      <a:pt x="51" y="20"/>
                    </a:cubicBezTo>
                    <a:cubicBezTo>
                      <a:pt x="51" y="20"/>
                      <a:pt x="52" y="20"/>
                      <a:pt x="52" y="20"/>
                    </a:cubicBezTo>
                    <a:cubicBezTo>
                      <a:pt x="52" y="20"/>
                      <a:pt x="53" y="20"/>
                      <a:pt x="53" y="20"/>
                    </a:cubicBezTo>
                    <a:cubicBezTo>
                      <a:pt x="53" y="20"/>
                      <a:pt x="53" y="20"/>
                      <a:pt x="53" y="20"/>
                    </a:cubicBezTo>
                    <a:cubicBezTo>
                      <a:pt x="54" y="19"/>
                      <a:pt x="54" y="19"/>
                      <a:pt x="54" y="19"/>
                    </a:cubicBezTo>
                    <a:cubicBezTo>
                      <a:pt x="54" y="19"/>
                      <a:pt x="54" y="19"/>
                      <a:pt x="54" y="19"/>
                    </a:cubicBezTo>
                    <a:cubicBezTo>
                      <a:pt x="54" y="19"/>
                      <a:pt x="54" y="19"/>
                      <a:pt x="54" y="19"/>
                    </a:cubicBezTo>
                    <a:cubicBezTo>
                      <a:pt x="54" y="19"/>
                      <a:pt x="55" y="19"/>
                      <a:pt x="55" y="19"/>
                    </a:cubicBezTo>
                    <a:cubicBezTo>
                      <a:pt x="55" y="19"/>
                      <a:pt x="55" y="19"/>
                      <a:pt x="55" y="19"/>
                    </a:cubicBezTo>
                    <a:cubicBezTo>
                      <a:pt x="55" y="20"/>
                      <a:pt x="61" y="19"/>
                      <a:pt x="64" y="16"/>
                    </a:cubicBezTo>
                    <a:cubicBezTo>
                      <a:pt x="64" y="15"/>
                      <a:pt x="65" y="15"/>
                      <a:pt x="66" y="15"/>
                    </a:cubicBezTo>
                    <a:cubicBezTo>
                      <a:pt x="71" y="15"/>
                      <a:pt x="77" y="16"/>
                      <a:pt x="82" y="18"/>
                    </a:cubicBezTo>
                    <a:cubicBezTo>
                      <a:pt x="82" y="18"/>
                      <a:pt x="83" y="18"/>
                      <a:pt x="83" y="18"/>
                    </a:cubicBezTo>
                    <a:cubicBezTo>
                      <a:pt x="83" y="19"/>
                      <a:pt x="83" y="19"/>
                      <a:pt x="83" y="19"/>
                    </a:cubicBezTo>
                    <a:cubicBezTo>
                      <a:pt x="83" y="19"/>
                      <a:pt x="83" y="19"/>
                      <a:pt x="83" y="19"/>
                    </a:cubicBezTo>
                    <a:cubicBezTo>
                      <a:pt x="83" y="19"/>
                      <a:pt x="82" y="19"/>
                      <a:pt x="82" y="19"/>
                    </a:cubicBezTo>
                    <a:cubicBezTo>
                      <a:pt x="82" y="19"/>
                      <a:pt x="81" y="19"/>
                      <a:pt x="81" y="19"/>
                    </a:cubicBezTo>
                    <a:cubicBezTo>
                      <a:pt x="81" y="19"/>
                      <a:pt x="81" y="19"/>
                      <a:pt x="81" y="19"/>
                    </a:cubicBezTo>
                    <a:cubicBezTo>
                      <a:pt x="81" y="20"/>
                      <a:pt x="81" y="20"/>
                      <a:pt x="81" y="20"/>
                    </a:cubicBezTo>
                    <a:cubicBezTo>
                      <a:pt x="81" y="20"/>
                      <a:pt x="80" y="21"/>
                      <a:pt x="80" y="21"/>
                    </a:cubicBezTo>
                    <a:cubicBezTo>
                      <a:pt x="80" y="21"/>
                      <a:pt x="80" y="21"/>
                      <a:pt x="80" y="21"/>
                    </a:cubicBezTo>
                    <a:cubicBezTo>
                      <a:pt x="80" y="21"/>
                      <a:pt x="80" y="21"/>
                      <a:pt x="80" y="21"/>
                    </a:cubicBezTo>
                    <a:cubicBezTo>
                      <a:pt x="79" y="21"/>
                      <a:pt x="79" y="22"/>
                      <a:pt x="79" y="22"/>
                    </a:cubicBezTo>
                    <a:cubicBezTo>
                      <a:pt x="79" y="22"/>
                      <a:pt x="78" y="23"/>
                      <a:pt x="79" y="23"/>
                    </a:cubicBezTo>
                    <a:cubicBezTo>
                      <a:pt x="79" y="23"/>
                      <a:pt x="79" y="23"/>
                      <a:pt x="78" y="23"/>
                    </a:cubicBezTo>
                    <a:cubicBezTo>
                      <a:pt x="78" y="23"/>
                      <a:pt x="78" y="23"/>
                      <a:pt x="77" y="22"/>
                    </a:cubicBezTo>
                    <a:cubicBezTo>
                      <a:pt x="77" y="22"/>
                      <a:pt x="78" y="21"/>
                      <a:pt x="78" y="21"/>
                    </a:cubicBezTo>
                    <a:cubicBezTo>
                      <a:pt x="78" y="21"/>
                      <a:pt x="76" y="20"/>
                      <a:pt x="76" y="20"/>
                    </a:cubicBezTo>
                    <a:cubicBezTo>
                      <a:pt x="75" y="20"/>
                      <a:pt x="74" y="20"/>
                      <a:pt x="74" y="20"/>
                    </a:cubicBezTo>
                    <a:cubicBezTo>
                      <a:pt x="74" y="19"/>
                      <a:pt x="74" y="19"/>
                      <a:pt x="74" y="19"/>
                    </a:cubicBezTo>
                    <a:cubicBezTo>
                      <a:pt x="74" y="19"/>
                      <a:pt x="74" y="19"/>
                      <a:pt x="74" y="19"/>
                    </a:cubicBezTo>
                    <a:cubicBezTo>
                      <a:pt x="73" y="19"/>
                      <a:pt x="73" y="19"/>
                      <a:pt x="72" y="19"/>
                    </a:cubicBezTo>
                    <a:cubicBezTo>
                      <a:pt x="71" y="20"/>
                      <a:pt x="70" y="21"/>
                      <a:pt x="70" y="21"/>
                    </a:cubicBezTo>
                    <a:cubicBezTo>
                      <a:pt x="70" y="21"/>
                      <a:pt x="70" y="21"/>
                      <a:pt x="70" y="21"/>
                    </a:cubicBezTo>
                    <a:cubicBezTo>
                      <a:pt x="70" y="22"/>
                      <a:pt x="69" y="22"/>
                      <a:pt x="69" y="22"/>
                    </a:cubicBezTo>
                    <a:cubicBezTo>
                      <a:pt x="69" y="22"/>
                      <a:pt x="69" y="22"/>
                      <a:pt x="69" y="22"/>
                    </a:cubicBezTo>
                    <a:cubicBezTo>
                      <a:pt x="69" y="22"/>
                      <a:pt x="69" y="22"/>
                      <a:pt x="69" y="23"/>
                    </a:cubicBezTo>
                    <a:cubicBezTo>
                      <a:pt x="69" y="23"/>
                      <a:pt x="68" y="24"/>
                      <a:pt x="66" y="25"/>
                    </a:cubicBezTo>
                    <a:cubicBezTo>
                      <a:pt x="66" y="25"/>
                      <a:pt x="66" y="25"/>
                      <a:pt x="66" y="25"/>
                    </a:cubicBezTo>
                    <a:cubicBezTo>
                      <a:pt x="65" y="25"/>
                      <a:pt x="65" y="26"/>
                      <a:pt x="65" y="26"/>
                    </a:cubicBezTo>
                    <a:cubicBezTo>
                      <a:pt x="65" y="27"/>
                      <a:pt x="65" y="27"/>
                      <a:pt x="65" y="27"/>
                    </a:cubicBezTo>
                    <a:cubicBezTo>
                      <a:pt x="65" y="29"/>
                      <a:pt x="65" y="29"/>
                      <a:pt x="69" y="28"/>
                    </a:cubicBezTo>
                    <a:cubicBezTo>
                      <a:pt x="69" y="28"/>
                      <a:pt x="69" y="28"/>
                      <a:pt x="69" y="29"/>
                    </a:cubicBezTo>
                    <a:cubicBezTo>
                      <a:pt x="69" y="29"/>
                      <a:pt x="69" y="29"/>
                      <a:pt x="69" y="29"/>
                    </a:cubicBezTo>
                    <a:cubicBezTo>
                      <a:pt x="69" y="30"/>
                      <a:pt x="71" y="29"/>
                      <a:pt x="71" y="29"/>
                    </a:cubicBezTo>
                    <a:cubicBezTo>
                      <a:pt x="71" y="28"/>
                      <a:pt x="71" y="28"/>
                      <a:pt x="71" y="28"/>
                    </a:cubicBezTo>
                    <a:cubicBezTo>
                      <a:pt x="71" y="28"/>
                      <a:pt x="71" y="28"/>
                      <a:pt x="71" y="28"/>
                    </a:cubicBezTo>
                    <a:cubicBezTo>
                      <a:pt x="71" y="27"/>
                      <a:pt x="71" y="26"/>
                      <a:pt x="71" y="26"/>
                    </a:cubicBezTo>
                    <a:cubicBezTo>
                      <a:pt x="71" y="25"/>
                      <a:pt x="72" y="24"/>
                      <a:pt x="72" y="24"/>
                    </a:cubicBezTo>
                    <a:cubicBezTo>
                      <a:pt x="73" y="23"/>
                      <a:pt x="74" y="22"/>
                      <a:pt x="74" y="23"/>
                    </a:cubicBezTo>
                    <a:cubicBezTo>
                      <a:pt x="74" y="23"/>
                      <a:pt x="74" y="23"/>
                      <a:pt x="74" y="23"/>
                    </a:cubicBezTo>
                    <a:cubicBezTo>
                      <a:pt x="73" y="23"/>
                      <a:pt x="73" y="24"/>
                      <a:pt x="73" y="24"/>
                    </a:cubicBezTo>
                    <a:cubicBezTo>
                      <a:pt x="73" y="24"/>
                      <a:pt x="73" y="25"/>
                      <a:pt x="73" y="25"/>
                    </a:cubicBezTo>
                    <a:cubicBezTo>
                      <a:pt x="73" y="26"/>
                      <a:pt x="74" y="26"/>
                      <a:pt x="74" y="26"/>
                    </a:cubicBezTo>
                    <a:cubicBezTo>
                      <a:pt x="74" y="26"/>
                      <a:pt x="74" y="26"/>
                      <a:pt x="74" y="26"/>
                    </a:cubicBezTo>
                    <a:cubicBezTo>
                      <a:pt x="74" y="26"/>
                      <a:pt x="76" y="26"/>
                      <a:pt x="77" y="26"/>
                    </a:cubicBezTo>
                    <a:cubicBezTo>
                      <a:pt x="77" y="26"/>
                      <a:pt x="77" y="26"/>
                      <a:pt x="77" y="26"/>
                    </a:cubicBezTo>
                    <a:cubicBezTo>
                      <a:pt x="77" y="26"/>
                      <a:pt x="77" y="26"/>
                      <a:pt x="77" y="26"/>
                    </a:cubicBezTo>
                    <a:cubicBezTo>
                      <a:pt x="76" y="27"/>
                      <a:pt x="76" y="26"/>
                      <a:pt x="75" y="27"/>
                    </a:cubicBezTo>
                    <a:cubicBezTo>
                      <a:pt x="75" y="27"/>
                      <a:pt x="75" y="27"/>
                      <a:pt x="75" y="27"/>
                    </a:cubicBezTo>
                    <a:cubicBezTo>
                      <a:pt x="75" y="27"/>
                      <a:pt x="75" y="27"/>
                      <a:pt x="75" y="28"/>
                    </a:cubicBezTo>
                    <a:cubicBezTo>
                      <a:pt x="75" y="28"/>
                      <a:pt x="75" y="28"/>
                      <a:pt x="75" y="28"/>
                    </a:cubicBezTo>
                    <a:cubicBezTo>
                      <a:pt x="75" y="28"/>
                      <a:pt x="75" y="28"/>
                      <a:pt x="75" y="28"/>
                    </a:cubicBezTo>
                    <a:cubicBezTo>
                      <a:pt x="75" y="28"/>
                      <a:pt x="74" y="28"/>
                      <a:pt x="74" y="28"/>
                    </a:cubicBezTo>
                    <a:cubicBezTo>
                      <a:pt x="74" y="28"/>
                      <a:pt x="74" y="28"/>
                      <a:pt x="74" y="28"/>
                    </a:cubicBezTo>
                    <a:cubicBezTo>
                      <a:pt x="74" y="28"/>
                      <a:pt x="74" y="29"/>
                      <a:pt x="74" y="29"/>
                    </a:cubicBezTo>
                    <a:cubicBezTo>
                      <a:pt x="74" y="30"/>
                      <a:pt x="73" y="31"/>
                      <a:pt x="73" y="31"/>
                    </a:cubicBezTo>
                    <a:cubicBezTo>
                      <a:pt x="72" y="31"/>
                      <a:pt x="71" y="31"/>
                      <a:pt x="71" y="31"/>
                    </a:cubicBezTo>
                    <a:cubicBezTo>
                      <a:pt x="71" y="31"/>
                      <a:pt x="70" y="31"/>
                      <a:pt x="70" y="31"/>
                    </a:cubicBezTo>
                    <a:cubicBezTo>
                      <a:pt x="70" y="31"/>
                      <a:pt x="70" y="31"/>
                      <a:pt x="70" y="30"/>
                    </a:cubicBezTo>
                    <a:cubicBezTo>
                      <a:pt x="70" y="30"/>
                      <a:pt x="69" y="31"/>
                      <a:pt x="69" y="31"/>
                    </a:cubicBezTo>
                    <a:cubicBezTo>
                      <a:pt x="69" y="31"/>
                      <a:pt x="68" y="31"/>
                      <a:pt x="68" y="31"/>
                    </a:cubicBezTo>
                    <a:cubicBezTo>
                      <a:pt x="68" y="31"/>
                      <a:pt x="68" y="31"/>
                      <a:pt x="68" y="31"/>
                    </a:cubicBezTo>
                    <a:cubicBezTo>
                      <a:pt x="68" y="31"/>
                      <a:pt x="68" y="31"/>
                      <a:pt x="68" y="30"/>
                    </a:cubicBezTo>
                    <a:cubicBezTo>
                      <a:pt x="68" y="30"/>
                      <a:pt x="68" y="30"/>
                      <a:pt x="68" y="29"/>
                    </a:cubicBezTo>
                    <a:cubicBezTo>
                      <a:pt x="67" y="29"/>
                      <a:pt x="66" y="30"/>
                      <a:pt x="67" y="30"/>
                    </a:cubicBezTo>
                    <a:cubicBezTo>
                      <a:pt x="67" y="30"/>
                      <a:pt x="67" y="30"/>
                      <a:pt x="67" y="30"/>
                    </a:cubicBezTo>
                    <a:cubicBezTo>
                      <a:pt x="67" y="31"/>
                      <a:pt x="66" y="31"/>
                      <a:pt x="66" y="31"/>
                    </a:cubicBezTo>
                    <a:cubicBezTo>
                      <a:pt x="66" y="31"/>
                      <a:pt x="66" y="31"/>
                      <a:pt x="66" y="31"/>
                    </a:cubicBezTo>
                    <a:cubicBezTo>
                      <a:pt x="66" y="31"/>
                      <a:pt x="66" y="31"/>
                      <a:pt x="65" y="31"/>
                    </a:cubicBezTo>
                    <a:cubicBezTo>
                      <a:pt x="65" y="31"/>
                      <a:pt x="65" y="31"/>
                      <a:pt x="65" y="32"/>
                    </a:cubicBezTo>
                    <a:cubicBezTo>
                      <a:pt x="65" y="32"/>
                      <a:pt x="65" y="32"/>
                      <a:pt x="65" y="32"/>
                    </a:cubicBezTo>
                    <a:cubicBezTo>
                      <a:pt x="65" y="32"/>
                      <a:pt x="65" y="32"/>
                      <a:pt x="65" y="32"/>
                    </a:cubicBezTo>
                    <a:cubicBezTo>
                      <a:pt x="65" y="32"/>
                      <a:pt x="65" y="32"/>
                      <a:pt x="64" y="32"/>
                    </a:cubicBezTo>
                    <a:cubicBezTo>
                      <a:pt x="64" y="32"/>
                      <a:pt x="64" y="33"/>
                      <a:pt x="63" y="33"/>
                    </a:cubicBezTo>
                    <a:cubicBezTo>
                      <a:pt x="63" y="33"/>
                      <a:pt x="63" y="33"/>
                      <a:pt x="62" y="34"/>
                    </a:cubicBezTo>
                    <a:cubicBezTo>
                      <a:pt x="62" y="34"/>
                      <a:pt x="62" y="34"/>
                      <a:pt x="62" y="34"/>
                    </a:cubicBezTo>
                    <a:cubicBezTo>
                      <a:pt x="62" y="34"/>
                      <a:pt x="62" y="34"/>
                      <a:pt x="62" y="34"/>
                    </a:cubicBezTo>
                    <a:cubicBezTo>
                      <a:pt x="62" y="34"/>
                      <a:pt x="61" y="34"/>
                      <a:pt x="61" y="34"/>
                    </a:cubicBezTo>
                    <a:cubicBezTo>
                      <a:pt x="61" y="34"/>
                      <a:pt x="61" y="34"/>
                      <a:pt x="61" y="34"/>
                    </a:cubicBezTo>
                    <a:cubicBezTo>
                      <a:pt x="60" y="34"/>
                      <a:pt x="60" y="34"/>
                      <a:pt x="60" y="34"/>
                    </a:cubicBezTo>
                    <a:cubicBezTo>
                      <a:pt x="60" y="34"/>
                      <a:pt x="60" y="34"/>
                      <a:pt x="60" y="34"/>
                    </a:cubicBezTo>
                    <a:cubicBezTo>
                      <a:pt x="60" y="34"/>
                      <a:pt x="60" y="35"/>
                      <a:pt x="60" y="35"/>
                    </a:cubicBezTo>
                    <a:cubicBezTo>
                      <a:pt x="60" y="35"/>
                      <a:pt x="60" y="35"/>
                      <a:pt x="60" y="35"/>
                    </a:cubicBezTo>
                    <a:cubicBezTo>
                      <a:pt x="60" y="35"/>
                      <a:pt x="59" y="35"/>
                      <a:pt x="59" y="35"/>
                    </a:cubicBezTo>
                    <a:cubicBezTo>
                      <a:pt x="59" y="35"/>
                      <a:pt x="59" y="35"/>
                      <a:pt x="59" y="35"/>
                    </a:cubicBezTo>
                    <a:cubicBezTo>
                      <a:pt x="59" y="35"/>
                      <a:pt x="58" y="35"/>
                      <a:pt x="58" y="35"/>
                    </a:cubicBezTo>
                    <a:cubicBezTo>
                      <a:pt x="59" y="35"/>
                      <a:pt x="59" y="36"/>
                      <a:pt x="59" y="36"/>
                    </a:cubicBezTo>
                    <a:cubicBezTo>
                      <a:pt x="60" y="36"/>
                      <a:pt x="60" y="36"/>
                      <a:pt x="60" y="36"/>
                    </a:cubicBezTo>
                    <a:cubicBezTo>
                      <a:pt x="60" y="36"/>
                      <a:pt x="60" y="36"/>
                      <a:pt x="60" y="36"/>
                    </a:cubicBezTo>
                    <a:cubicBezTo>
                      <a:pt x="61" y="37"/>
                      <a:pt x="57" y="37"/>
                      <a:pt x="57" y="39"/>
                    </a:cubicBezTo>
                    <a:cubicBezTo>
                      <a:pt x="56" y="39"/>
                      <a:pt x="56" y="39"/>
                      <a:pt x="56" y="39"/>
                    </a:cubicBezTo>
                    <a:cubicBezTo>
                      <a:pt x="53" y="37"/>
                      <a:pt x="53" y="38"/>
                      <a:pt x="54" y="43"/>
                    </a:cubicBezTo>
                    <a:cubicBezTo>
                      <a:pt x="53" y="43"/>
                      <a:pt x="54" y="44"/>
                      <a:pt x="54" y="44"/>
                    </a:cubicBezTo>
                    <a:cubicBezTo>
                      <a:pt x="54" y="44"/>
                      <a:pt x="54" y="44"/>
                      <a:pt x="54" y="44"/>
                    </a:cubicBezTo>
                    <a:cubicBezTo>
                      <a:pt x="55" y="44"/>
                      <a:pt x="55" y="44"/>
                      <a:pt x="55" y="44"/>
                    </a:cubicBezTo>
                    <a:cubicBezTo>
                      <a:pt x="55" y="45"/>
                      <a:pt x="55" y="45"/>
                      <a:pt x="55" y="45"/>
                    </a:cubicBezTo>
                    <a:cubicBezTo>
                      <a:pt x="56" y="45"/>
                      <a:pt x="56" y="45"/>
                      <a:pt x="56" y="45"/>
                    </a:cubicBezTo>
                    <a:cubicBezTo>
                      <a:pt x="56" y="45"/>
                      <a:pt x="56" y="45"/>
                      <a:pt x="57" y="45"/>
                    </a:cubicBezTo>
                    <a:cubicBezTo>
                      <a:pt x="57" y="45"/>
                      <a:pt x="58" y="45"/>
                      <a:pt x="58" y="45"/>
                    </a:cubicBezTo>
                    <a:cubicBezTo>
                      <a:pt x="58" y="45"/>
                      <a:pt x="58" y="44"/>
                      <a:pt x="59" y="44"/>
                    </a:cubicBezTo>
                    <a:cubicBezTo>
                      <a:pt x="59" y="44"/>
                      <a:pt x="59" y="44"/>
                      <a:pt x="59" y="44"/>
                    </a:cubicBezTo>
                    <a:cubicBezTo>
                      <a:pt x="60" y="44"/>
                      <a:pt x="59" y="44"/>
                      <a:pt x="60" y="44"/>
                    </a:cubicBezTo>
                    <a:cubicBezTo>
                      <a:pt x="60" y="43"/>
                      <a:pt x="60" y="43"/>
                      <a:pt x="60" y="43"/>
                    </a:cubicBezTo>
                    <a:cubicBezTo>
                      <a:pt x="60" y="43"/>
                      <a:pt x="60" y="43"/>
                      <a:pt x="60" y="43"/>
                    </a:cubicBezTo>
                    <a:cubicBezTo>
                      <a:pt x="60" y="43"/>
                      <a:pt x="62" y="41"/>
                      <a:pt x="62" y="41"/>
                    </a:cubicBezTo>
                    <a:cubicBezTo>
                      <a:pt x="63" y="40"/>
                      <a:pt x="63" y="40"/>
                      <a:pt x="63" y="39"/>
                    </a:cubicBezTo>
                    <a:cubicBezTo>
                      <a:pt x="64" y="39"/>
                      <a:pt x="67" y="39"/>
                      <a:pt x="67" y="39"/>
                    </a:cubicBezTo>
                    <a:cubicBezTo>
                      <a:pt x="67" y="39"/>
                      <a:pt x="67" y="39"/>
                      <a:pt x="68" y="39"/>
                    </a:cubicBezTo>
                    <a:cubicBezTo>
                      <a:pt x="68" y="39"/>
                      <a:pt x="68" y="39"/>
                      <a:pt x="68" y="39"/>
                    </a:cubicBezTo>
                    <a:cubicBezTo>
                      <a:pt x="69" y="40"/>
                      <a:pt x="71" y="42"/>
                      <a:pt x="71" y="42"/>
                    </a:cubicBezTo>
                    <a:cubicBezTo>
                      <a:pt x="71" y="42"/>
                      <a:pt x="72" y="42"/>
                      <a:pt x="72" y="43"/>
                    </a:cubicBezTo>
                    <a:cubicBezTo>
                      <a:pt x="72" y="43"/>
                      <a:pt x="72" y="43"/>
                      <a:pt x="72" y="44"/>
                    </a:cubicBezTo>
                    <a:cubicBezTo>
                      <a:pt x="72" y="44"/>
                      <a:pt x="72" y="44"/>
                      <a:pt x="72" y="44"/>
                    </a:cubicBezTo>
                    <a:cubicBezTo>
                      <a:pt x="72" y="44"/>
                      <a:pt x="72" y="44"/>
                      <a:pt x="72" y="44"/>
                    </a:cubicBezTo>
                    <a:cubicBezTo>
                      <a:pt x="72" y="44"/>
                      <a:pt x="72" y="44"/>
                      <a:pt x="72" y="44"/>
                    </a:cubicBezTo>
                    <a:cubicBezTo>
                      <a:pt x="73" y="44"/>
                      <a:pt x="73" y="44"/>
                      <a:pt x="73" y="44"/>
                    </a:cubicBezTo>
                    <a:cubicBezTo>
                      <a:pt x="73" y="43"/>
                      <a:pt x="73" y="43"/>
                      <a:pt x="73" y="43"/>
                    </a:cubicBezTo>
                    <a:cubicBezTo>
                      <a:pt x="73" y="43"/>
                      <a:pt x="73" y="43"/>
                      <a:pt x="72" y="41"/>
                    </a:cubicBezTo>
                    <a:cubicBezTo>
                      <a:pt x="71" y="41"/>
                      <a:pt x="71" y="41"/>
                      <a:pt x="71" y="41"/>
                    </a:cubicBezTo>
                    <a:cubicBezTo>
                      <a:pt x="71" y="41"/>
                      <a:pt x="71" y="40"/>
                      <a:pt x="71" y="40"/>
                    </a:cubicBezTo>
                    <a:cubicBezTo>
                      <a:pt x="69" y="38"/>
                      <a:pt x="69" y="38"/>
                      <a:pt x="69" y="38"/>
                    </a:cubicBezTo>
                    <a:cubicBezTo>
                      <a:pt x="69" y="38"/>
                      <a:pt x="69" y="38"/>
                      <a:pt x="69" y="38"/>
                    </a:cubicBezTo>
                    <a:cubicBezTo>
                      <a:pt x="69" y="38"/>
                      <a:pt x="69" y="38"/>
                      <a:pt x="69" y="38"/>
                    </a:cubicBezTo>
                    <a:cubicBezTo>
                      <a:pt x="69" y="38"/>
                      <a:pt x="69" y="38"/>
                      <a:pt x="69" y="38"/>
                    </a:cubicBezTo>
                    <a:cubicBezTo>
                      <a:pt x="70" y="38"/>
                      <a:pt x="70" y="38"/>
                      <a:pt x="70" y="38"/>
                    </a:cubicBezTo>
                    <a:cubicBezTo>
                      <a:pt x="70" y="38"/>
                      <a:pt x="70" y="38"/>
                      <a:pt x="70" y="38"/>
                    </a:cubicBezTo>
                    <a:cubicBezTo>
                      <a:pt x="71" y="38"/>
                      <a:pt x="71" y="38"/>
                      <a:pt x="71" y="38"/>
                    </a:cubicBezTo>
                    <a:cubicBezTo>
                      <a:pt x="71" y="38"/>
                      <a:pt x="71" y="39"/>
                      <a:pt x="72" y="39"/>
                    </a:cubicBezTo>
                    <a:cubicBezTo>
                      <a:pt x="72" y="39"/>
                      <a:pt x="73" y="40"/>
                      <a:pt x="75" y="42"/>
                    </a:cubicBezTo>
                    <a:cubicBezTo>
                      <a:pt x="75" y="42"/>
                      <a:pt x="75" y="42"/>
                      <a:pt x="75" y="42"/>
                    </a:cubicBezTo>
                    <a:cubicBezTo>
                      <a:pt x="75" y="43"/>
                      <a:pt x="75" y="43"/>
                      <a:pt x="75" y="43"/>
                    </a:cubicBezTo>
                    <a:cubicBezTo>
                      <a:pt x="75" y="43"/>
                      <a:pt x="76" y="43"/>
                      <a:pt x="76" y="43"/>
                    </a:cubicBezTo>
                    <a:cubicBezTo>
                      <a:pt x="76" y="43"/>
                      <a:pt x="76" y="43"/>
                      <a:pt x="76" y="43"/>
                    </a:cubicBezTo>
                    <a:cubicBezTo>
                      <a:pt x="76" y="43"/>
                      <a:pt x="76" y="43"/>
                      <a:pt x="76" y="43"/>
                    </a:cubicBezTo>
                    <a:cubicBezTo>
                      <a:pt x="76" y="43"/>
                      <a:pt x="76" y="43"/>
                      <a:pt x="76" y="43"/>
                    </a:cubicBezTo>
                    <a:cubicBezTo>
                      <a:pt x="76" y="43"/>
                      <a:pt x="76" y="43"/>
                      <a:pt x="77" y="43"/>
                    </a:cubicBezTo>
                    <a:cubicBezTo>
                      <a:pt x="77" y="43"/>
                      <a:pt x="77" y="43"/>
                      <a:pt x="77" y="43"/>
                    </a:cubicBezTo>
                    <a:cubicBezTo>
                      <a:pt x="77" y="43"/>
                      <a:pt x="77" y="43"/>
                      <a:pt x="77" y="43"/>
                    </a:cubicBezTo>
                    <a:cubicBezTo>
                      <a:pt x="78" y="43"/>
                      <a:pt x="77" y="42"/>
                      <a:pt x="77" y="42"/>
                    </a:cubicBezTo>
                    <a:cubicBezTo>
                      <a:pt x="77" y="42"/>
                      <a:pt x="77" y="42"/>
                      <a:pt x="77" y="42"/>
                    </a:cubicBezTo>
                    <a:cubicBezTo>
                      <a:pt x="77" y="42"/>
                      <a:pt x="77" y="42"/>
                      <a:pt x="77" y="42"/>
                    </a:cubicBezTo>
                    <a:cubicBezTo>
                      <a:pt x="77" y="42"/>
                      <a:pt x="77" y="42"/>
                      <a:pt x="77" y="42"/>
                    </a:cubicBezTo>
                    <a:cubicBezTo>
                      <a:pt x="77" y="42"/>
                      <a:pt x="78" y="42"/>
                      <a:pt x="78" y="42"/>
                    </a:cubicBezTo>
                    <a:cubicBezTo>
                      <a:pt x="78" y="41"/>
                      <a:pt x="78" y="41"/>
                      <a:pt x="78" y="41"/>
                    </a:cubicBezTo>
                    <a:cubicBezTo>
                      <a:pt x="79" y="41"/>
                      <a:pt x="79" y="41"/>
                      <a:pt x="79" y="41"/>
                    </a:cubicBezTo>
                    <a:cubicBezTo>
                      <a:pt x="79" y="41"/>
                      <a:pt x="79" y="42"/>
                      <a:pt x="80" y="42"/>
                    </a:cubicBezTo>
                    <a:cubicBezTo>
                      <a:pt x="80" y="42"/>
                      <a:pt x="80" y="41"/>
                      <a:pt x="80" y="41"/>
                    </a:cubicBezTo>
                    <a:cubicBezTo>
                      <a:pt x="80" y="41"/>
                      <a:pt x="80" y="41"/>
                      <a:pt x="80" y="41"/>
                    </a:cubicBezTo>
                    <a:cubicBezTo>
                      <a:pt x="80" y="41"/>
                      <a:pt x="80" y="41"/>
                      <a:pt x="80" y="41"/>
                    </a:cubicBezTo>
                    <a:cubicBezTo>
                      <a:pt x="80" y="42"/>
                      <a:pt x="80" y="42"/>
                      <a:pt x="80" y="42"/>
                    </a:cubicBezTo>
                    <a:cubicBezTo>
                      <a:pt x="80" y="42"/>
                      <a:pt x="80" y="42"/>
                      <a:pt x="80" y="42"/>
                    </a:cubicBezTo>
                    <a:cubicBezTo>
                      <a:pt x="79" y="42"/>
                      <a:pt x="79" y="42"/>
                      <a:pt x="79" y="42"/>
                    </a:cubicBezTo>
                    <a:cubicBezTo>
                      <a:pt x="79" y="42"/>
                      <a:pt x="80" y="43"/>
                      <a:pt x="80" y="43"/>
                    </a:cubicBezTo>
                    <a:cubicBezTo>
                      <a:pt x="80" y="43"/>
                      <a:pt x="80" y="43"/>
                      <a:pt x="80" y="43"/>
                    </a:cubicBezTo>
                    <a:cubicBezTo>
                      <a:pt x="80" y="43"/>
                      <a:pt x="80" y="44"/>
                      <a:pt x="80" y="44"/>
                    </a:cubicBezTo>
                    <a:cubicBezTo>
                      <a:pt x="81" y="44"/>
                      <a:pt x="81" y="44"/>
                      <a:pt x="81" y="45"/>
                    </a:cubicBezTo>
                    <a:cubicBezTo>
                      <a:pt x="81" y="45"/>
                      <a:pt x="81" y="45"/>
                      <a:pt x="81" y="45"/>
                    </a:cubicBezTo>
                    <a:cubicBezTo>
                      <a:pt x="81" y="45"/>
                      <a:pt x="85" y="45"/>
                      <a:pt x="87" y="45"/>
                    </a:cubicBezTo>
                    <a:cubicBezTo>
                      <a:pt x="87" y="45"/>
                      <a:pt x="87" y="46"/>
                      <a:pt x="87" y="46"/>
                    </a:cubicBezTo>
                    <a:cubicBezTo>
                      <a:pt x="87" y="47"/>
                      <a:pt x="88" y="48"/>
                      <a:pt x="87" y="49"/>
                    </a:cubicBezTo>
                    <a:cubicBezTo>
                      <a:pt x="86" y="49"/>
                      <a:pt x="83" y="49"/>
                      <a:pt x="81" y="50"/>
                    </a:cubicBezTo>
                    <a:cubicBezTo>
                      <a:pt x="80" y="50"/>
                      <a:pt x="80" y="49"/>
                      <a:pt x="79" y="49"/>
                    </a:cubicBezTo>
                    <a:cubicBezTo>
                      <a:pt x="79" y="49"/>
                      <a:pt x="79" y="49"/>
                      <a:pt x="79" y="49"/>
                    </a:cubicBezTo>
                    <a:cubicBezTo>
                      <a:pt x="79" y="49"/>
                      <a:pt x="79" y="49"/>
                      <a:pt x="79" y="49"/>
                    </a:cubicBezTo>
                    <a:cubicBezTo>
                      <a:pt x="79" y="49"/>
                      <a:pt x="79" y="49"/>
                      <a:pt x="79" y="49"/>
                    </a:cubicBezTo>
                    <a:cubicBezTo>
                      <a:pt x="78" y="49"/>
                      <a:pt x="77" y="48"/>
                      <a:pt x="76" y="49"/>
                    </a:cubicBezTo>
                    <a:cubicBezTo>
                      <a:pt x="76" y="49"/>
                      <a:pt x="76" y="49"/>
                      <a:pt x="76" y="50"/>
                    </a:cubicBezTo>
                    <a:cubicBezTo>
                      <a:pt x="76" y="52"/>
                      <a:pt x="71" y="49"/>
                      <a:pt x="71" y="49"/>
                    </a:cubicBezTo>
                    <a:cubicBezTo>
                      <a:pt x="70" y="49"/>
                      <a:pt x="68" y="48"/>
                      <a:pt x="68" y="48"/>
                    </a:cubicBezTo>
                    <a:cubicBezTo>
                      <a:pt x="68" y="48"/>
                      <a:pt x="68" y="48"/>
                      <a:pt x="68" y="47"/>
                    </a:cubicBezTo>
                    <a:cubicBezTo>
                      <a:pt x="69" y="47"/>
                      <a:pt x="69" y="47"/>
                      <a:pt x="69" y="46"/>
                    </a:cubicBezTo>
                    <a:cubicBezTo>
                      <a:pt x="68" y="46"/>
                      <a:pt x="68" y="45"/>
                      <a:pt x="68" y="45"/>
                    </a:cubicBezTo>
                    <a:cubicBezTo>
                      <a:pt x="68" y="45"/>
                      <a:pt x="68" y="45"/>
                      <a:pt x="67" y="45"/>
                    </a:cubicBezTo>
                    <a:cubicBezTo>
                      <a:pt x="60" y="45"/>
                      <a:pt x="59" y="46"/>
                      <a:pt x="58" y="46"/>
                    </a:cubicBezTo>
                    <a:cubicBezTo>
                      <a:pt x="57" y="46"/>
                      <a:pt x="57" y="46"/>
                      <a:pt x="57" y="46"/>
                    </a:cubicBezTo>
                    <a:cubicBezTo>
                      <a:pt x="57" y="46"/>
                      <a:pt x="56" y="46"/>
                      <a:pt x="56" y="46"/>
                    </a:cubicBezTo>
                    <a:cubicBezTo>
                      <a:pt x="55" y="46"/>
                      <a:pt x="55" y="46"/>
                      <a:pt x="54" y="46"/>
                    </a:cubicBezTo>
                    <a:cubicBezTo>
                      <a:pt x="52" y="48"/>
                      <a:pt x="52" y="48"/>
                      <a:pt x="52" y="48"/>
                    </a:cubicBezTo>
                    <a:cubicBezTo>
                      <a:pt x="52" y="48"/>
                      <a:pt x="52" y="48"/>
                      <a:pt x="52" y="49"/>
                    </a:cubicBezTo>
                    <a:cubicBezTo>
                      <a:pt x="51" y="49"/>
                      <a:pt x="51" y="50"/>
                      <a:pt x="51" y="50"/>
                    </a:cubicBezTo>
                    <a:cubicBezTo>
                      <a:pt x="51" y="51"/>
                      <a:pt x="49" y="52"/>
                      <a:pt x="48" y="52"/>
                    </a:cubicBezTo>
                    <a:cubicBezTo>
                      <a:pt x="48" y="52"/>
                      <a:pt x="48" y="52"/>
                      <a:pt x="48" y="52"/>
                    </a:cubicBezTo>
                    <a:cubicBezTo>
                      <a:pt x="48" y="52"/>
                      <a:pt x="48" y="52"/>
                      <a:pt x="48" y="52"/>
                    </a:cubicBezTo>
                    <a:cubicBezTo>
                      <a:pt x="48" y="52"/>
                      <a:pt x="47" y="52"/>
                      <a:pt x="45" y="56"/>
                    </a:cubicBezTo>
                    <a:cubicBezTo>
                      <a:pt x="43" y="58"/>
                      <a:pt x="43" y="58"/>
                      <a:pt x="44" y="58"/>
                    </a:cubicBezTo>
                    <a:cubicBezTo>
                      <a:pt x="44" y="59"/>
                      <a:pt x="44" y="59"/>
                      <a:pt x="44" y="61"/>
                    </a:cubicBezTo>
                    <a:cubicBezTo>
                      <a:pt x="44" y="61"/>
                      <a:pt x="43" y="64"/>
                      <a:pt x="43" y="64"/>
                    </a:cubicBezTo>
                    <a:cubicBezTo>
                      <a:pt x="42" y="65"/>
                      <a:pt x="43" y="67"/>
                      <a:pt x="43" y="67"/>
                    </a:cubicBezTo>
                    <a:cubicBezTo>
                      <a:pt x="43" y="67"/>
                      <a:pt x="43" y="68"/>
                      <a:pt x="44" y="68"/>
                    </a:cubicBezTo>
                    <a:cubicBezTo>
                      <a:pt x="44" y="68"/>
                      <a:pt x="44" y="71"/>
                      <a:pt x="45" y="72"/>
                    </a:cubicBezTo>
                    <a:cubicBezTo>
                      <a:pt x="45" y="72"/>
                      <a:pt x="49" y="76"/>
                      <a:pt x="50" y="76"/>
                    </a:cubicBezTo>
                    <a:cubicBezTo>
                      <a:pt x="51" y="76"/>
                      <a:pt x="55" y="77"/>
                      <a:pt x="55" y="77"/>
                    </a:cubicBezTo>
                    <a:cubicBezTo>
                      <a:pt x="57" y="77"/>
                      <a:pt x="59" y="75"/>
                      <a:pt x="61" y="75"/>
                    </a:cubicBezTo>
                    <a:cubicBezTo>
                      <a:pt x="61" y="75"/>
                      <a:pt x="62" y="75"/>
                      <a:pt x="62" y="77"/>
                    </a:cubicBezTo>
                    <a:cubicBezTo>
                      <a:pt x="62" y="78"/>
                      <a:pt x="64" y="77"/>
                      <a:pt x="65" y="77"/>
                    </a:cubicBezTo>
                    <a:cubicBezTo>
                      <a:pt x="65" y="77"/>
                      <a:pt x="65" y="77"/>
                      <a:pt x="66" y="77"/>
                    </a:cubicBezTo>
                    <a:cubicBezTo>
                      <a:pt x="66" y="77"/>
                      <a:pt x="66" y="77"/>
                      <a:pt x="66" y="77"/>
                    </a:cubicBezTo>
                    <a:cubicBezTo>
                      <a:pt x="66" y="77"/>
                      <a:pt x="66" y="77"/>
                      <a:pt x="66" y="77"/>
                    </a:cubicBezTo>
                    <a:cubicBezTo>
                      <a:pt x="66" y="77"/>
                      <a:pt x="66" y="78"/>
                      <a:pt x="66" y="78"/>
                    </a:cubicBezTo>
                    <a:cubicBezTo>
                      <a:pt x="67" y="78"/>
                      <a:pt x="67" y="82"/>
                      <a:pt x="66" y="82"/>
                    </a:cubicBezTo>
                    <a:cubicBezTo>
                      <a:pt x="66" y="82"/>
                      <a:pt x="66" y="82"/>
                      <a:pt x="66" y="82"/>
                    </a:cubicBezTo>
                    <a:cubicBezTo>
                      <a:pt x="66" y="84"/>
                      <a:pt x="68" y="85"/>
                      <a:pt x="68" y="85"/>
                    </a:cubicBezTo>
                    <a:cubicBezTo>
                      <a:pt x="68" y="85"/>
                      <a:pt x="70" y="87"/>
                      <a:pt x="70" y="88"/>
                    </a:cubicBezTo>
                    <a:cubicBezTo>
                      <a:pt x="70" y="90"/>
                      <a:pt x="70" y="90"/>
                      <a:pt x="70" y="90"/>
                    </a:cubicBezTo>
                    <a:cubicBezTo>
                      <a:pt x="71" y="91"/>
                      <a:pt x="70" y="91"/>
                      <a:pt x="70" y="92"/>
                    </a:cubicBezTo>
                    <a:cubicBezTo>
                      <a:pt x="70" y="92"/>
                      <a:pt x="68" y="95"/>
                      <a:pt x="68" y="95"/>
                    </a:cubicBezTo>
                    <a:cubicBezTo>
                      <a:pt x="68" y="96"/>
                      <a:pt x="69" y="96"/>
                      <a:pt x="69" y="96"/>
                    </a:cubicBezTo>
                    <a:cubicBezTo>
                      <a:pt x="71" y="99"/>
                      <a:pt x="71" y="99"/>
                      <a:pt x="71" y="99"/>
                    </a:cubicBezTo>
                    <a:cubicBezTo>
                      <a:pt x="71" y="99"/>
                      <a:pt x="71" y="99"/>
                      <a:pt x="71" y="99"/>
                    </a:cubicBezTo>
                    <a:cubicBezTo>
                      <a:pt x="72" y="100"/>
                      <a:pt x="71" y="101"/>
                      <a:pt x="71" y="101"/>
                    </a:cubicBezTo>
                    <a:cubicBezTo>
                      <a:pt x="72" y="102"/>
                      <a:pt x="72" y="103"/>
                      <a:pt x="72" y="103"/>
                    </a:cubicBezTo>
                    <a:cubicBezTo>
                      <a:pt x="73" y="103"/>
                      <a:pt x="74" y="105"/>
                      <a:pt x="74" y="106"/>
                    </a:cubicBezTo>
                    <a:cubicBezTo>
                      <a:pt x="74" y="106"/>
                      <a:pt x="74" y="106"/>
                      <a:pt x="74" y="106"/>
                    </a:cubicBezTo>
                    <a:cubicBezTo>
                      <a:pt x="74" y="106"/>
                      <a:pt x="75" y="107"/>
                      <a:pt x="76" y="106"/>
                    </a:cubicBezTo>
                    <a:cubicBezTo>
                      <a:pt x="77" y="106"/>
                      <a:pt x="79" y="106"/>
                      <a:pt x="80" y="106"/>
                    </a:cubicBezTo>
                    <a:cubicBezTo>
                      <a:pt x="81" y="106"/>
                      <a:pt x="87" y="102"/>
                      <a:pt x="86" y="100"/>
                    </a:cubicBezTo>
                    <a:cubicBezTo>
                      <a:pt x="86" y="100"/>
                      <a:pt x="86" y="100"/>
                      <a:pt x="86" y="100"/>
                    </a:cubicBezTo>
                    <a:cubicBezTo>
                      <a:pt x="86" y="100"/>
                      <a:pt x="86" y="100"/>
                      <a:pt x="86" y="100"/>
                    </a:cubicBezTo>
                    <a:cubicBezTo>
                      <a:pt x="87" y="100"/>
                      <a:pt x="89" y="99"/>
                      <a:pt x="89" y="99"/>
                    </a:cubicBezTo>
                    <a:cubicBezTo>
                      <a:pt x="89" y="99"/>
                      <a:pt x="89" y="99"/>
                      <a:pt x="89" y="99"/>
                    </a:cubicBezTo>
                    <a:cubicBezTo>
                      <a:pt x="89" y="98"/>
                      <a:pt x="89" y="95"/>
                      <a:pt x="90" y="95"/>
                    </a:cubicBezTo>
                    <a:cubicBezTo>
                      <a:pt x="91" y="94"/>
                      <a:pt x="92" y="94"/>
                      <a:pt x="93" y="93"/>
                    </a:cubicBezTo>
                    <a:cubicBezTo>
                      <a:pt x="94" y="92"/>
                      <a:pt x="94" y="92"/>
                      <a:pt x="94" y="89"/>
                    </a:cubicBezTo>
                    <a:cubicBezTo>
                      <a:pt x="94" y="86"/>
                      <a:pt x="94" y="84"/>
                      <a:pt x="94" y="84"/>
                    </a:cubicBezTo>
                    <a:cubicBezTo>
                      <a:pt x="94" y="83"/>
                      <a:pt x="94" y="83"/>
                      <a:pt x="94" y="83"/>
                    </a:cubicBezTo>
                    <a:cubicBezTo>
                      <a:pt x="95" y="81"/>
                      <a:pt x="99" y="76"/>
                      <a:pt x="99" y="75"/>
                    </a:cubicBezTo>
                    <a:cubicBezTo>
                      <a:pt x="99" y="75"/>
                      <a:pt x="99" y="75"/>
                      <a:pt x="99" y="75"/>
                    </a:cubicBezTo>
                    <a:cubicBezTo>
                      <a:pt x="101" y="73"/>
                      <a:pt x="101" y="71"/>
                      <a:pt x="102" y="69"/>
                    </a:cubicBezTo>
                    <a:cubicBezTo>
                      <a:pt x="102" y="69"/>
                      <a:pt x="102" y="69"/>
                      <a:pt x="102" y="68"/>
                    </a:cubicBezTo>
                    <a:cubicBezTo>
                      <a:pt x="102" y="68"/>
                      <a:pt x="102" y="68"/>
                      <a:pt x="102" y="67"/>
                    </a:cubicBezTo>
                    <a:cubicBezTo>
                      <a:pt x="102" y="67"/>
                      <a:pt x="102" y="67"/>
                      <a:pt x="100" y="66"/>
                    </a:cubicBezTo>
                    <a:cubicBezTo>
                      <a:pt x="100" y="66"/>
                      <a:pt x="100" y="66"/>
                      <a:pt x="100" y="66"/>
                    </a:cubicBezTo>
                    <a:cubicBezTo>
                      <a:pt x="99" y="66"/>
                      <a:pt x="97" y="67"/>
                      <a:pt x="97" y="67"/>
                    </a:cubicBezTo>
                    <a:cubicBezTo>
                      <a:pt x="97" y="66"/>
                      <a:pt x="97" y="66"/>
                      <a:pt x="96" y="66"/>
                    </a:cubicBezTo>
                    <a:cubicBezTo>
                      <a:pt x="96" y="65"/>
                      <a:pt x="96" y="65"/>
                      <a:pt x="96" y="65"/>
                    </a:cubicBezTo>
                    <a:cubicBezTo>
                      <a:pt x="94" y="63"/>
                      <a:pt x="92" y="63"/>
                      <a:pt x="91" y="59"/>
                    </a:cubicBezTo>
                    <a:cubicBezTo>
                      <a:pt x="91" y="58"/>
                      <a:pt x="87" y="52"/>
                      <a:pt x="86" y="51"/>
                    </a:cubicBezTo>
                    <a:cubicBezTo>
                      <a:pt x="86" y="51"/>
                      <a:pt x="86" y="51"/>
                      <a:pt x="86" y="51"/>
                    </a:cubicBezTo>
                    <a:cubicBezTo>
                      <a:pt x="86" y="51"/>
                      <a:pt x="86" y="51"/>
                      <a:pt x="86" y="51"/>
                    </a:cubicBezTo>
                    <a:cubicBezTo>
                      <a:pt x="86" y="51"/>
                      <a:pt x="87" y="52"/>
                      <a:pt x="87" y="52"/>
                    </a:cubicBezTo>
                    <a:cubicBezTo>
                      <a:pt x="87" y="52"/>
                      <a:pt x="87" y="52"/>
                      <a:pt x="87" y="52"/>
                    </a:cubicBezTo>
                    <a:cubicBezTo>
                      <a:pt x="87" y="52"/>
                      <a:pt x="87" y="52"/>
                      <a:pt x="87" y="51"/>
                    </a:cubicBezTo>
                    <a:cubicBezTo>
                      <a:pt x="87" y="51"/>
                      <a:pt x="88" y="51"/>
                      <a:pt x="88" y="51"/>
                    </a:cubicBezTo>
                    <a:cubicBezTo>
                      <a:pt x="88" y="52"/>
                      <a:pt x="88" y="52"/>
                      <a:pt x="88" y="52"/>
                    </a:cubicBezTo>
                    <a:cubicBezTo>
                      <a:pt x="89" y="53"/>
                      <a:pt x="89" y="54"/>
                      <a:pt x="90" y="54"/>
                    </a:cubicBezTo>
                    <a:cubicBezTo>
                      <a:pt x="90" y="55"/>
                      <a:pt x="90" y="55"/>
                      <a:pt x="91" y="56"/>
                    </a:cubicBezTo>
                    <a:cubicBezTo>
                      <a:pt x="91" y="56"/>
                      <a:pt x="92" y="56"/>
                      <a:pt x="92" y="58"/>
                    </a:cubicBezTo>
                    <a:cubicBezTo>
                      <a:pt x="93" y="59"/>
                      <a:pt x="95" y="60"/>
                      <a:pt x="95" y="61"/>
                    </a:cubicBezTo>
                    <a:cubicBezTo>
                      <a:pt x="96" y="63"/>
                      <a:pt x="97" y="65"/>
                      <a:pt x="97" y="65"/>
                    </a:cubicBezTo>
                    <a:cubicBezTo>
                      <a:pt x="99" y="64"/>
                      <a:pt x="100" y="64"/>
                      <a:pt x="100" y="63"/>
                    </a:cubicBezTo>
                    <a:cubicBezTo>
                      <a:pt x="100" y="63"/>
                      <a:pt x="100" y="63"/>
                      <a:pt x="100" y="63"/>
                    </a:cubicBezTo>
                    <a:cubicBezTo>
                      <a:pt x="100" y="63"/>
                      <a:pt x="101" y="63"/>
                      <a:pt x="101" y="63"/>
                    </a:cubicBezTo>
                    <a:cubicBezTo>
                      <a:pt x="105" y="61"/>
                      <a:pt x="105" y="61"/>
                      <a:pt x="105" y="59"/>
                    </a:cubicBezTo>
                    <a:cubicBezTo>
                      <a:pt x="105" y="59"/>
                      <a:pt x="105" y="59"/>
                      <a:pt x="105" y="59"/>
                    </a:cubicBezTo>
                    <a:cubicBezTo>
                      <a:pt x="105" y="58"/>
                      <a:pt x="105" y="58"/>
                      <a:pt x="105" y="57"/>
                    </a:cubicBezTo>
                    <a:cubicBezTo>
                      <a:pt x="105" y="56"/>
                      <a:pt x="105" y="56"/>
                      <a:pt x="105" y="56"/>
                    </a:cubicBezTo>
                    <a:cubicBezTo>
                      <a:pt x="105" y="55"/>
                      <a:pt x="105" y="53"/>
                      <a:pt x="106" y="53"/>
                    </a:cubicBezTo>
                    <a:cubicBezTo>
                      <a:pt x="106" y="53"/>
                      <a:pt x="105" y="53"/>
                      <a:pt x="105" y="53"/>
                    </a:cubicBezTo>
                    <a:cubicBezTo>
                      <a:pt x="105" y="53"/>
                      <a:pt x="105" y="52"/>
                      <a:pt x="105" y="52"/>
                    </a:cubicBezTo>
                    <a:cubicBezTo>
                      <a:pt x="105" y="52"/>
                      <a:pt x="104" y="52"/>
                      <a:pt x="104" y="52"/>
                    </a:cubicBezTo>
                    <a:cubicBezTo>
                      <a:pt x="104" y="52"/>
                      <a:pt x="104" y="52"/>
                      <a:pt x="104" y="52"/>
                    </a:cubicBezTo>
                    <a:cubicBezTo>
                      <a:pt x="103" y="52"/>
                      <a:pt x="103" y="52"/>
                      <a:pt x="103" y="52"/>
                    </a:cubicBezTo>
                    <a:cubicBezTo>
                      <a:pt x="102" y="52"/>
                      <a:pt x="102" y="52"/>
                      <a:pt x="102" y="52"/>
                    </a:cubicBezTo>
                    <a:cubicBezTo>
                      <a:pt x="102" y="52"/>
                      <a:pt x="102" y="52"/>
                      <a:pt x="102" y="52"/>
                    </a:cubicBezTo>
                    <a:cubicBezTo>
                      <a:pt x="102" y="53"/>
                      <a:pt x="102" y="53"/>
                      <a:pt x="101" y="53"/>
                    </a:cubicBezTo>
                    <a:cubicBezTo>
                      <a:pt x="101" y="53"/>
                      <a:pt x="101" y="53"/>
                      <a:pt x="101" y="53"/>
                    </a:cubicBezTo>
                    <a:cubicBezTo>
                      <a:pt x="100" y="53"/>
                      <a:pt x="100" y="53"/>
                      <a:pt x="98" y="51"/>
                    </a:cubicBezTo>
                    <a:cubicBezTo>
                      <a:pt x="98" y="51"/>
                      <a:pt x="98" y="51"/>
                      <a:pt x="98" y="51"/>
                    </a:cubicBezTo>
                    <a:cubicBezTo>
                      <a:pt x="97" y="49"/>
                      <a:pt x="101" y="49"/>
                      <a:pt x="101" y="50"/>
                    </a:cubicBezTo>
                    <a:cubicBezTo>
                      <a:pt x="101" y="50"/>
                      <a:pt x="101" y="50"/>
                      <a:pt x="101" y="50"/>
                    </a:cubicBezTo>
                    <a:cubicBezTo>
                      <a:pt x="101" y="50"/>
                      <a:pt x="101" y="50"/>
                      <a:pt x="101" y="50"/>
                    </a:cubicBezTo>
                    <a:cubicBezTo>
                      <a:pt x="102" y="50"/>
                      <a:pt x="102" y="50"/>
                      <a:pt x="102" y="50"/>
                    </a:cubicBezTo>
                    <a:cubicBezTo>
                      <a:pt x="105" y="49"/>
                      <a:pt x="105" y="49"/>
                      <a:pt x="110" y="49"/>
                    </a:cubicBezTo>
                    <a:cubicBezTo>
                      <a:pt x="110" y="49"/>
                      <a:pt x="110" y="49"/>
                      <a:pt x="110" y="49"/>
                    </a:cubicBezTo>
                    <a:cubicBezTo>
                      <a:pt x="113" y="49"/>
                      <a:pt x="113" y="49"/>
                      <a:pt x="113" y="51"/>
                    </a:cubicBezTo>
                    <a:cubicBezTo>
                      <a:pt x="113" y="51"/>
                      <a:pt x="113" y="51"/>
                      <a:pt x="113" y="51"/>
                    </a:cubicBezTo>
                    <a:cubicBezTo>
                      <a:pt x="113" y="53"/>
                      <a:pt x="113" y="53"/>
                      <a:pt x="113" y="57"/>
                    </a:cubicBezTo>
                    <a:cubicBezTo>
                      <a:pt x="113" y="57"/>
                      <a:pt x="113" y="57"/>
                      <a:pt x="113" y="57"/>
                    </a:cubicBezTo>
                    <a:cubicBezTo>
                      <a:pt x="113" y="59"/>
                      <a:pt x="113" y="62"/>
                      <a:pt x="113" y="64"/>
                    </a:cubicBezTo>
                    <a:cubicBezTo>
                      <a:pt x="113" y="91"/>
                      <a:pt x="91" y="114"/>
                      <a:pt x="64" y="1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446"/>
                <a:endParaRPr lang="id-ID" sz="1800">
                  <a:solidFill>
                    <a:prstClr val="black"/>
                  </a:solidFill>
                </a:endParaRPr>
              </a:p>
            </p:txBody>
          </p:sp>
        </p:grpSp>
      </p:grpSp>
      <p:sp>
        <p:nvSpPr>
          <p:cNvPr id="31" name="Rectangle 30"/>
          <p:cNvSpPr/>
          <p:nvPr userDrawn="1"/>
        </p:nvSpPr>
        <p:spPr>
          <a:xfrm>
            <a:off x="12100560" y="0"/>
            <a:ext cx="91440" cy="6858000"/>
          </a:xfrm>
          <a:prstGeom prst="rect">
            <a:avLst/>
          </a:prstGeom>
          <a:solidFill>
            <a:schemeClr val="accent3">
              <a:alpha val="7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46"/>
            <a:endParaRPr lang="id-ID" sz="1800">
              <a:solidFill>
                <a:prstClr val="white"/>
              </a:solidFill>
            </a:endParaRPr>
          </a:p>
        </p:txBody>
      </p:sp>
      <p:sp>
        <p:nvSpPr>
          <p:cNvPr id="25" name="Rectangle 24"/>
          <p:cNvSpPr/>
          <p:nvPr userDrawn="1"/>
        </p:nvSpPr>
        <p:spPr>
          <a:xfrm>
            <a:off x="1" y="0"/>
            <a:ext cx="451103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46"/>
            <a:endParaRPr lang="id-ID" sz="1800">
              <a:solidFill>
                <a:prstClr val="white"/>
              </a:solidFill>
            </a:endParaRPr>
          </a:p>
        </p:txBody>
      </p:sp>
      <p:sp>
        <p:nvSpPr>
          <p:cNvPr id="26" name="Rectangle 25"/>
          <p:cNvSpPr/>
          <p:nvPr userDrawn="1"/>
        </p:nvSpPr>
        <p:spPr>
          <a:xfrm>
            <a:off x="0" y="0"/>
            <a:ext cx="48768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46"/>
            <a:endParaRPr lang="id-ID" sz="1800">
              <a:solidFill>
                <a:prstClr val="white"/>
              </a:solidFill>
            </a:endParaRPr>
          </a:p>
        </p:txBody>
      </p:sp>
      <p:grpSp>
        <p:nvGrpSpPr>
          <p:cNvPr id="27" name="Group 26"/>
          <p:cNvGrpSpPr>
            <a:grpSpLocks noChangeAspect="1"/>
          </p:cNvGrpSpPr>
          <p:nvPr userDrawn="1"/>
        </p:nvGrpSpPr>
        <p:grpSpPr>
          <a:xfrm>
            <a:off x="1036319" y="441960"/>
            <a:ext cx="2926080" cy="2924251"/>
            <a:chOff x="6949416" y="2948916"/>
            <a:chExt cx="4389120" cy="4389120"/>
          </a:xfrm>
        </p:grpSpPr>
        <p:sp>
          <p:nvSpPr>
            <p:cNvPr id="36" name="Oval 35"/>
            <p:cNvSpPr>
              <a:spLocks noChangeAspect="1"/>
            </p:cNvSpPr>
            <p:nvPr userDrawn="1"/>
          </p:nvSpPr>
          <p:spPr>
            <a:xfrm>
              <a:off x="6949416" y="2948916"/>
              <a:ext cx="4389120" cy="4389120"/>
            </a:xfrm>
            <a:prstGeom prst="ellipse">
              <a:avLst/>
            </a:prstGeom>
            <a:solidFill>
              <a:schemeClr val="accent5"/>
            </a:solidFill>
            <a:ln w="1905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46"/>
              <a:endParaRPr lang="id-ID" sz="1800">
                <a:solidFill>
                  <a:prstClr val="white"/>
                </a:solidFill>
              </a:endParaRPr>
            </a:p>
          </p:txBody>
        </p:sp>
        <p:sp>
          <p:nvSpPr>
            <p:cNvPr id="37" name="Oval 36"/>
            <p:cNvSpPr>
              <a:spLocks noChangeAspect="1"/>
            </p:cNvSpPr>
            <p:nvPr userDrawn="1"/>
          </p:nvSpPr>
          <p:spPr>
            <a:xfrm>
              <a:off x="7132342" y="3131842"/>
              <a:ext cx="4023360" cy="4023360"/>
            </a:xfrm>
            <a:prstGeom prst="ellipse">
              <a:avLst/>
            </a:prstGeom>
            <a:solidFill>
              <a:schemeClr val="accent6"/>
            </a:solidFill>
            <a:ln w="152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46"/>
              <a:endParaRPr lang="id-ID" sz="1800">
                <a:solidFill>
                  <a:prstClr val="white"/>
                </a:solidFill>
              </a:endParaRPr>
            </a:p>
          </p:txBody>
        </p:sp>
      </p:grpSp>
      <p:sp>
        <p:nvSpPr>
          <p:cNvPr id="38" name="Picture Placeholder 24"/>
          <p:cNvSpPr>
            <a:spLocks noGrp="1" noChangeAspect="1"/>
          </p:cNvSpPr>
          <p:nvPr>
            <p:ph type="pic" sz="quarter" idx="11"/>
          </p:nvPr>
        </p:nvSpPr>
        <p:spPr>
          <a:xfrm>
            <a:off x="1219199" y="623925"/>
            <a:ext cx="2560320" cy="2560320"/>
          </a:xfrm>
          <a:custGeom>
            <a:avLst/>
            <a:gdLst>
              <a:gd name="connsiteX0" fmla="*/ 1769315 w 3840479"/>
              <a:gd name="connsiteY0" fmla="*/ 0 h 3832859"/>
              <a:gd name="connsiteX1" fmla="*/ 2071163 w 3840479"/>
              <a:gd name="connsiteY1" fmla="*/ 0 h 3832859"/>
              <a:gd name="connsiteX2" fmla="*/ 2116572 w 3840479"/>
              <a:gd name="connsiteY2" fmla="*/ 2293 h 3832859"/>
              <a:gd name="connsiteX3" fmla="*/ 3840479 w 3840479"/>
              <a:gd name="connsiteY3" fmla="*/ 1912619 h 3832859"/>
              <a:gd name="connsiteX4" fmla="*/ 1920239 w 3840479"/>
              <a:gd name="connsiteY4" fmla="*/ 3832859 h 3832859"/>
              <a:gd name="connsiteX5" fmla="*/ 9913 w 3840479"/>
              <a:gd name="connsiteY5" fmla="*/ 2108953 h 3832859"/>
              <a:gd name="connsiteX6" fmla="*/ 0 w 3840479"/>
              <a:gd name="connsiteY6" fmla="*/ 1912639 h 3832859"/>
              <a:gd name="connsiteX7" fmla="*/ 0 w 3840479"/>
              <a:gd name="connsiteY7" fmla="*/ 1912600 h 3832859"/>
              <a:gd name="connsiteX8" fmla="*/ 9913 w 3840479"/>
              <a:gd name="connsiteY8" fmla="*/ 1716286 h 3832859"/>
              <a:gd name="connsiteX9" fmla="*/ 1723906 w 3840479"/>
              <a:gd name="connsiteY9" fmla="*/ 2293 h 3832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840479" h="3832859">
                <a:moveTo>
                  <a:pt x="1769315" y="0"/>
                </a:moveTo>
                <a:lnTo>
                  <a:pt x="2071163" y="0"/>
                </a:lnTo>
                <a:lnTo>
                  <a:pt x="2116572" y="2293"/>
                </a:lnTo>
                <a:cubicBezTo>
                  <a:pt x="3084865" y="100629"/>
                  <a:pt x="3840479" y="918383"/>
                  <a:pt x="3840479" y="1912619"/>
                </a:cubicBezTo>
                <a:cubicBezTo>
                  <a:pt x="3840479" y="2973138"/>
                  <a:pt x="2980758" y="3832859"/>
                  <a:pt x="1920239" y="3832859"/>
                </a:cubicBezTo>
                <a:cubicBezTo>
                  <a:pt x="926003" y="3832859"/>
                  <a:pt x="108249" y="3077245"/>
                  <a:pt x="9913" y="2108953"/>
                </a:cubicBezTo>
                <a:lnTo>
                  <a:pt x="0" y="1912639"/>
                </a:lnTo>
                <a:lnTo>
                  <a:pt x="0" y="1912600"/>
                </a:lnTo>
                <a:lnTo>
                  <a:pt x="9913" y="1716286"/>
                </a:lnTo>
                <a:cubicBezTo>
                  <a:pt x="101693" y="812546"/>
                  <a:pt x="820166" y="94073"/>
                  <a:pt x="1723906" y="2293"/>
                </a:cubicBez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600"/>
            </a:lvl1pPr>
          </a:lstStyle>
          <a:p>
            <a:endParaRPr lang="id-ID" dirty="0"/>
          </a:p>
        </p:txBody>
      </p:sp>
      <p:sp>
        <p:nvSpPr>
          <p:cNvPr id="39" name="Title 1"/>
          <p:cNvSpPr>
            <a:spLocks noGrp="1"/>
          </p:cNvSpPr>
          <p:nvPr>
            <p:ph type="title" hasCustomPrompt="1"/>
          </p:nvPr>
        </p:nvSpPr>
        <p:spPr>
          <a:xfrm>
            <a:off x="5852160" y="381000"/>
            <a:ext cx="4998720" cy="609600"/>
          </a:xfrm>
          <a:noFill/>
          <a:ln>
            <a:noFill/>
          </a:ln>
        </p:spPr>
        <p:txBody>
          <a:bodyPr lIns="91440"/>
          <a:lstStyle/>
          <a:p>
            <a:r>
              <a:rPr lang="en-US" dirty="0"/>
              <a:t>Click to edit title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4185915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</p:bldLst>
  </p:timing>
  <p:extLst>
    <p:ext uri="{DCECCB84-F9BA-43D5-87BE-67443E8EF086}">
      <p15:sldGuideLst xmlns:p15="http://schemas.microsoft.com/office/powerpoint/2012/main">
        <p15:guide id="1" orient="horz" pos="3240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Skil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6"/>
          <p:cNvSpPr>
            <a:spLocks noGrp="1"/>
          </p:cNvSpPr>
          <p:nvPr>
            <p:ph type="body" sz="quarter" idx="10" hasCustomPrompt="1"/>
          </p:nvPr>
        </p:nvSpPr>
        <p:spPr>
          <a:xfrm>
            <a:off x="5120640" y="1356360"/>
            <a:ext cx="3169920" cy="304800"/>
          </a:xfrm>
        </p:spPr>
        <p:txBody>
          <a:bodyPr lIns="0" t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67" b="1">
                <a:latin typeface="+mj-lt"/>
              </a:defRPr>
            </a:lvl1pPr>
            <a:lvl2pPr marL="457223" indent="0">
              <a:buFont typeface="Arial" panose="020B0604020202020204" pitchFamily="34" charset="0"/>
              <a:buNone/>
              <a:defRPr sz="1333"/>
            </a:lvl2pPr>
            <a:lvl3pPr marL="914446" indent="0">
              <a:buFont typeface="Arial" panose="020B0604020202020204" pitchFamily="34" charset="0"/>
              <a:buNone/>
              <a:defRPr sz="1333"/>
            </a:lvl3pPr>
            <a:lvl4pPr marL="1371669" indent="0">
              <a:buFont typeface="Arial" panose="020B0604020202020204" pitchFamily="34" charset="0"/>
              <a:buNone/>
              <a:defRPr sz="1333"/>
            </a:lvl4pPr>
            <a:lvl5pPr marL="1828891" indent="0">
              <a:buFont typeface="Arial" panose="020B0604020202020204" pitchFamily="34" charset="0"/>
              <a:buNone/>
              <a:defRPr sz="1333"/>
            </a:lvl5pPr>
          </a:lstStyle>
          <a:p>
            <a:pPr lvl="0"/>
            <a:r>
              <a:rPr lang="en-US" dirty="0"/>
              <a:t>Click to edit Skills</a:t>
            </a:r>
          </a:p>
        </p:txBody>
      </p:sp>
      <p:grpSp>
        <p:nvGrpSpPr>
          <p:cNvPr id="4" name="Group 3"/>
          <p:cNvGrpSpPr/>
          <p:nvPr userDrawn="1"/>
        </p:nvGrpSpPr>
        <p:grpSpPr>
          <a:xfrm>
            <a:off x="5059680" y="381000"/>
            <a:ext cx="609600" cy="609600"/>
            <a:chOff x="7680960" y="617220"/>
            <a:chExt cx="1097280" cy="1097280"/>
          </a:xfrm>
        </p:grpSpPr>
        <p:grpSp>
          <p:nvGrpSpPr>
            <p:cNvPr id="19" name="Group 18"/>
            <p:cNvGrpSpPr/>
            <p:nvPr/>
          </p:nvGrpSpPr>
          <p:grpSpPr>
            <a:xfrm>
              <a:off x="7680960" y="617220"/>
              <a:ext cx="1097280" cy="1097280"/>
              <a:chOff x="8366760" y="2720340"/>
              <a:chExt cx="1097280" cy="1097280"/>
            </a:xfrm>
          </p:grpSpPr>
          <p:sp>
            <p:nvSpPr>
              <p:cNvPr id="21" name="Oval 20"/>
              <p:cNvSpPr>
                <a:spLocks noChangeAspect="1"/>
              </p:cNvSpPr>
              <p:nvPr userDrawn="1"/>
            </p:nvSpPr>
            <p:spPr>
              <a:xfrm>
                <a:off x="8366760" y="2720340"/>
                <a:ext cx="1097280" cy="1097280"/>
              </a:xfrm>
              <a:prstGeom prst="ellipse">
                <a:avLst/>
              </a:prstGeom>
              <a:solidFill>
                <a:schemeClr val="accent5"/>
              </a:solidFill>
              <a:ln w="1905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446"/>
                <a:endParaRPr lang="id-ID" sz="1800">
                  <a:solidFill>
                    <a:prstClr val="white"/>
                  </a:solidFill>
                </a:endParaRPr>
              </a:p>
            </p:txBody>
          </p:sp>
          <p:sp>
            <p:nvSpPr>
              <p:cNvPr id="22" name="Oval 21"/>
              <p:cNvSpPr>
                <a:spLocks noChangeAspect="1"/>
              </p:cNvSpPr>
              <p:nvPr userDrawn="1"/>
            </p:nvSpPr>
            <p:spPr>
              <a:xfrm>
                <a:off x="8412480" y="2766060"/>
                <a:ext cx="1005840" cy="1005840"/>
              </a:xfrm>
              <a:prstGeom prst="ellipse">
                <a:avLst/>
              </a:prstGeom>
              <a:solidFill>
                <a:schemeClr val="accent6"/>
              </a:solidFill>
              <a:ln w="152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446"/>
                <a:endParaRPr lang="id-ID" sz="1800">
                  <a:solidFill>
                    <a:prstClr val="white"/>
                  </a:solidFill>
                </a:endParaRPr>
              </a:p>
            </p:txBody>
          </p:sp>
          <p:sp>
            <p:nvSpPr>
              <p:cNvPr id="23" name="Oval 22"/>
              <p:cNvSpPr>
                <a:spLocks noChangeAspect="1"/>
              </p:cNvSpPr>
              <p:nvPr/>
            </p:nvSpPr>
            <p:spPr>
              <a:xfrm>
                <a:off x="8458200" y="2811780"/>
                <a:ext cx="914400" cy="914400"/>
              </a:xfrm>
              <a:prstGeom prst="ellipse">
                <a:avLst/>
              </a:prstGeom>
              <a:solidFill>
                <a:schemeClr val="accent3"/>
              </a:solidFill>
              <a:ln w="152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446"/>
                <a:endParaRPr lang="id-ID" sz="1800">
                  <a:solidFill>
                    <a:prstClr val="white"/>
                  </a:solidFill>
                </a:endParaRPr>
              </a:p>
            </p:txBody>
          </p:sp>
        </p:grpSp>
        <p:grpSp>
          <p:nvGrpSpPr>
            <p:cNvPr id="24" name="Group 23"/>
            <p:cNvGrpSpPr/>
            <p:nvPr userDrawn="1"/>
          </p:nvGrpSpPr>
          <p:grpSpPr>
            <a:xfrm>
              <a:off x="7978775" y="913447"/>
              <a:ext cx="479425" cy="481013"/>
              <a:chOff x="17164051" y="1144588"/>
              <a:chExt cx="479425" cy="481013"/>
            </a:xfrm>
            <a:solidFill>
              <a:schemeClr val="bg1"/>
            </a:solidFill>
          </p:grpSpPr>
          <p:sp>
            <p:nvSpPr>
              <p:cNvPr id="28" name="Freeform 252"/>
              <p:cNvSpPr>
                <a:spLocks noEditPoints="1"/>
              </p:cNvSpPr>
              <p:nvPr/>
            </p:nvSpPr>
            <p:spPr bwMode="auto">
              <a:xfrm>
                <a:off x="17164051" y="1144588"/>
                <a:ext cx="479425" cy="481013"/>
              </a:xfrm>
              <a:custGeom>
                <a:avLst/>
                <a:gdLst>
                  <a:gd name="T0" fmla="*/ 124 w 128"/>
                  <a:gd name="T1" fmla="*/ 107 h 128"/>
                  <a:gd name="T2" fmla="*/ 57 w 128"/>
                  <a:gd name="T3" fmla="*/ 40 h 128"/>
                  <a:gd name="T4" fmla="*/ 59 w 128"/>
                  <a:gd name="T5" fmla="*/ 29 h 128"/>
                  <a:gd name="T6" fmla="*/ 29 w 128"/>
                  <a:gd name="T7" fmla="*/ 0 h 128"/>
                  <a:gd name="T8" fmla="*/ 22 w 128"/>
                  <a:gd name="T9" fmla="*/ 1 h 128"/>
                  <a:gd name="T10" fmla="*/ 39 w 128"/>
                  <a:gd name="T11" fmla="*/ 18 h 128"/>
                  <a:gd name="T12" fmla="*/ 34 w 128"/>
                  <a:gd name="T13" fmla="*/ 34 h 128"/>
                  <a:gd name="T14" fmla="*/ 19 w 128"/>
                  <a:gd name="T15" fmla="*/ 39 h 128"/>
                  <a:gd name="T16" fmla="*/ 19 w 128"/>
                  <a:gd name="T17" fmla="*/ 39 h 128"/>
                  <a:gd name="T18" fmla="*/ 1 w 128"/>
                  <a:gd name="T19" fmla="*/ 22 h 128"/>
                  <a:gd name="T20" fmla="*/ 0 w 128"/>
                  <a:gd name="T21" fmla="*/ 29 h 128"/>
                  <a:gd name="T22" fmla="*/ 29 w 128"/>
                  <a:gd name="T23" fmla="*/ 59 h 128"/>
                  <a:gd name="T24" fmla="*/ 40 w 128"/>
                  <a:gd name="T25" fmla="*/ 57 h 128"/>
                  <a:gd name="T26" fmla="*/ 107 w 128"/>
                  <a:gd name="T27" fmla="*/ 124 h 128"/>
                  <a:gd name="T28" fmla="*/ 116 w 128"/>
                  <a:gd name="T29" fmla="*/ 128 h 128"/>
                  <a:gd name="T30" fmla="*/ 128 w 128"/>
                  <a:gd name="T31" fmla="*/ 116 h 128"/>
                  <a:gd name="T32" fmla="*/ 124 w 128"/>
                  <a:gd name="T33" fmla="*/ 107 h 128"/>
                  <a:gd name="T34" fmla="*/ 116 w 128"/>
                  <a:gd name="T35" fmla="*/ 121 h 128"/>
                  <a:gd name="T36" fmla="*/ 111 w 128"/>
                  <a:gd name="T37" fmla="*/ 116 h 128"/>
                  <a:gd name="T38" fmla="*/ 116 w 128"/>
                  <a:gd name="T39" fmla="*/ 111 h 128"/>
                  <a:gd name="T40" fmla="*/ 121 w 128"/>
                  <a:gd name="T41" fmla="*/ 116 h 128"/>
                  <a:gd name="T42" fmla="*/ 116 w 128"/>
                  <a:gd name="T43" fmla="*/ 121 h 1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28" h="128">
                    <a:moveTo>
                      <a:pt x="124" y="107"/>
                    </a:moveTo>
                    <a:cubicBezTo>
                      <a:pt x="57" y="40"/>
                      <a:pt x="57" y="40"/>
                      <a:pt x="57" y="40"/>
                    </a:cubicBezTo>
                    <a:cubicBezTo>
                      <a:pt x="58" y="36"/>
                      <a:pt x="59" y="33"/>
                      <a:pt x="59" y="29"/>
                    </a:cubicBezTo>
                    <a:cubicBezTo>
                      <a:pt x="59" y="13"/>
                      <a:pt x="46" y="0"/>
                      <a:pt x="29" y="0"/>
                    </a:cubicBezTo>
                    <a:cubicBezTo>
                      <a:pt x="27" y="0"/>
                      <a:pt x="24" y="0"/>
                      <a:pt x="22" y="1"/>
                    </a:cubicBezTo>
                    <a:cubicBezTo>
                      <a:pt x="39" y="18"/>
                      <a:pt x="39" y="18"/>
                      <a:pt x="39" y="18"/>
                    </a:cubicBezTo>
                    <a:cubicBezTo>
                      <a:pt x="42" y="21"/>
                      <a:pt x="40" y="28"/>
                      <a:pt x="34" y="34"/>
                    </a:cubicBezTo>
                    <a:cubicBezTo>
                      <a:pt x="28" y="40"/>
                      <a:pt x="21" y="42"/>
                      <a:pt x="19" y="39"/>
                    </a:cubicBezTo>
                    <a:cubicBezTo>
                      <a:pt x="19" y="39"/>
                      <a:pt x="19" y="39"/>
                      <a:pt x="19" y="39"/>
                    </a:cubicBezTo>
                    <a:cubicBezTo>
                      <a:pt x="1" y="22"/>
                      <a:pt x="1" y="22"/>
                      <a:pt x="1" y="22"/>
                    </a:cubicBezTo>
                    <a:cubicBezTo>
                      <a:pt x="0" y="24"/>
                      <a:pt x="0" y="27"/>
                      <a:pt x="0" y="29"/>
                    </a:cubicBezTo>
                    <a:cubicBezTo>
                      <a:pt x="0" y="46"/>
                      <a:pt x="13" y="59"/>
                      <a:pt x="29" y="59"/>
                    </a:cubicBezTo>
                    <a:cubicBezTo>
                      <a:pt x="33" y="59"/>
                      <a:pt x="36" y="58"/>
                      <a:pt x="40" y="57"/>
                    </a:cubicBezTo>
                    <a:cubicBezTo>
                      <a:pt x="107" y="124"/>
                      <a:pt x="107" y="124"/>
                      <a:pt x="107" y="124"/>
                    </a:cubicBezTo>
                    <a:cubicBezTo>
                      <a:pt x="109" y="127"/>
                      <a:pt x="112" y="128"/>
                      <a:pt x="116" y="128"/>
                    </a:cubicBezTo>
                    <a:cubicBezTo>
                      <a:pt x="122" y="128"/>
                      <a:pt x="128" y="122"/>
                      <a:pt x="128" y="116"/>
                    </a:cubicBezTo>
                    <a:cubicBezTo>
                      <a:pt x="128" y="112"/>
                      <a:pt x="127" y="109"/>
                      <a:pt x="124" y="107"/>
                    </a:cubicBezTo>
                    <a:close/>
                    <a:moveTo>
                      <a:pt x="116" y="121"/>
                    </a:moveTo>
                    <a:cubicBezTo>
                      <a:pt x="113" y="121"/>
                      <a:pt x="111" y="118"/>
                      <a:pt x="111" y="116"/>
                    </a:cubicBezTo>
                    <a:cubicBezTo>
                      <a:pt x="111" y="113"/>
                      <a:pt x="113" y="111"/>
                      <a:pt x="116" y="111"/>
                    </a:cubicBezTo>
                    <a:cubicBezTo>
                      <a:pt x="118" y="111"/>
                      <a:pt x="121" y="113"/>
                      <a:pt x="121" y="116"/>
                    </a:cubicBezTo>
                    <a:cubicBezTo>
                      <a:pt x="121" y="118"/>
                      <a:pt x="118" y="121"/>
                      <a:pt x="116" y="12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446"/>
                <a:endParaRPr lang="id-ID" sz="1800">
                  <a:solidFill>
                    <a:prstClr val="black"/>
                  </a:solidFill>
                </a:endParaRPr>
              </a:p>
            </p:txBody>
          </p:sp>
          <p:sp>
            <p:nvSpPr>
              <p:cNvPr id="29" name="Freeform 253"/>
              <p:cNvSpPr>
                <a:spLocks/>
              </p:cNvSpPr>
              <p:nvPr/>
            </p:nvSpPr>
            <p:spPr bwMode="auto">
              <a:xfrm>
                <a:off x="17433926" y="1144588"/>
                <a:ext cx="209550" cy="211138"/>
              </a:xfrm>
              <a:custGeom>
                <a:avLst/>
                <a:gdLst>
                  <a:gd name="T0" fmla="*/ 30 w 56"/>
                  <a:gd name="T1" fmla="*/ 15 h 56"/>
                  <a:gd name="T2" fmla="*/ 34 w 56"/>
                  <a:gd name="T3" fmla="*/ 19 h 56"/>
                  <a:gd name="T4" fmla="*/ 8 w 56"/>
                  <a:gd name="T5" fmla="*/ 44 h 56"/>
                  <a:gd name="T6" fmla="*/ 12 w 56"/>
                  <a:gd name="T7" fmla="*/ 48 h 56"/>
                  <a:gd name="T8" fmla="*/ 37 w 56"/>
                  <a:gd name="T9" fmla="*/ 23 h 56"/>
                  <a:gd name="T10" fmla="*/ 41 w 56"/>
                  <a:gd name="T11" fmla="*/ 26 h 56"/>
                  <a:gd name="T12" fmla="*/ 16 w 56"/>
                  <a:gd name="T13" fmla="*/ 52 h 56"/>
                  <a:gd name="T14" fmla="*/ 20 w 56"/>
                  <a:gd name="T15" fmla="*/ 56 h 56"/>
                  <a:gd name="T16" fmla="*/ 52 w 56"/>
                  <a:gd name="T17" fmla="*/ 25 h 56"/>
                  <a:gd name="T18" fmla="*/ 52 w 56"/>
                  <a:gd name="T19" fmla="*/ 25 h 56"/>
                  <a:gd name="T20" fmla="*/ 56 w 56"/>
                  <a:gd name="T21" fmla="*/ 15 h 56"/>
                  <a:gd name="T22" fmla="*/ 41 w 56"/>
                  <a:gd name="T23" fmla="*/ 0 h 56"/>
                  <a:gd name="T24" fmla="*/ 31 w 56"/>
                  <a:gd name="T25" fmla="*/ 4 h 56"/>
                  <a:gd name="T26" fmla="*/ 0 w 56"/>
                  <a:gd name="T27" fmla="*/ 36 h 56"/>
                  <a:gd name="T28" fmla="*/ 4 w 56"/>
                  <a:gd name="T29" fmla="*/ 40 h 56"/>
                  <a:gd name="T30" fmla="*/ 30 w 56"/>
                  <a:gd name="T31" fmla="*/ 15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56" h="56">
                    <a:moveTo>
                      <a:pt x="30" y="15"/>
                    </a:moveTo>
                    <a:cubicBezTo>
                      <a:pt x="34" y="19"/>
                      <a:pt x="34" y="19"/>
                      <a:pt x="34" y="19"/>
                    </a:cubicBezTo>
                    <a:cubicBezTo>
                      <a:pt x="8" y="44"/>
                      <a:pt x="8" y="44"/>
                      <a:pt x="8" y="44"/>
                    </a:cubicBezTo>
                    <a:cubicBezTo>
                      <a:pt x="12" y="48"/>
                      <a:pt x="12" y="48"/>
                      <a:pt x="12" y="48"/>
                    </a:cubicBezTo>
                    <a:cubicBezTo>
                      <a:pt x="37" y="23"/>
                      <a:pt x="37" y="23"/>
                      <a:pt x="37" y="23"/>
                    </a:cubicBezTo>
                    <a:cubicBezTo>
                      <a:pt x="41" y="26"/>
                      <a:pt x="41" y="26"/>
                      <a:pt x="41" y="26"/>
                    </a:cubicBezTo>
                    <a:cubicBezTo>
                      <a:pt x="16" y="52"/>
                      <a:pt x="16" y="52"/>
                      <a:pt x="16" y="52"/>
                    </a:cubicBezTo>
                    <a:cubicBezTo>
                      <a:pt x="20" y="56"/>
                      <a:pt x="20" y="56"/>
                      <a:pt x="20" y="56"/>
                    </a:cubicBezTo>
                    <a:cubicBezTo>
                      <a:pt x="52" y="25"/>
                      <a:pt x="52" y="25"/>
                      <a:pt x="52" y="25"/>
                    </a:cubicBezTo>
                    <a:cubicBezTo>
                      <a:pt x="52" y="25"/>
                      <a:pt x="52" y="25"/>
                      <a:pt x="52" y="25"/>
                    </a:cubicBezTo>
                    <a:cubicBezTo>
                      <a:pt x="54" y="22"/>
                      <a:pt x="56" y="19"/>
                      <a:pt x="56" y="15"/>
                    </a:cubicBezTo>
                    <a:cubicBezTo>
                      <a:pt x="56" y="7"/>
                      <a:pt x="49" y="0"/>
                      <a:pt x="41" y="0"/>
                    </a:cubicBezTo>
                    <a:cubicBezTo>
                      <a:pt x="37" y="0"/>
                      <a:pt x="34" y="2"/>
                      <a:pt x="31" y="4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4" y="40"/>
                      <a:pt x="4" y="40"/>
                      <a:pt x="4" y="40"/>
                    </a:cubicBezTo>
                    <a:lnTo>
                      <a:pt x="30" y="1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446"/>
                <a:endParaRPr lang="id-ID" sz="1800">
                  <a:solidFill>
                    <a:prstClr val="black"/>
                  </a:solidFill>
                </a:endParaRPr>
              </a:p>
            </p:txBody>
          </p:sp>
          <p:sp>
            <p:nvSpPr>
              <p:cNvPr id="30" name="Freeform 254"/>
              <p:cNvSpPr>
                <a:spLocks/>
              </p:cNvSpPr>
              <p:nvPr/>
            </p:nvSpPr>
            <p:spPr bwMode="auto">
              <a:xfrm>
                <a:off x="17164051" y="1438275"/>
                <a:ext cx="182563" cy="187325"/>
              </a:xfrm>
              <a:custGeom>
                <a:avLst/>
                <a:gdLst>
                  <a:gd name="T0" fmla="*/ 42 w 115"/>
                  <a:gd name="T1" fmla="*/ 59 h 118"/>
                  <a:gd name="T2" fmla="*/ 26 w 115"/>
                  <a:gd name="T3" fmla="*/ 59 h 118"/>
                  <a:gd name="T4" fmla="*/ 0 w 115"/>
                  <a:gd name="T5" fmla="*/ 101 h 118"/>
                  <a:gd name="T6" fmla="*/ 16 w 115"/>
                  <a:gd name="T7" fmla="*/ 118 h 118"/>
                  <a:gd name="T8" fmla="*/ 16 w 115"/>
                  <a:gd name="T9" fmla="*/ 118 h 118"/>
                  <a:gd name="T10" fmla="*/ 16 w 115"/>
                  <a:gd name="T11" fmla="*/ 118 h 118"/>
                  <a:gd name="T12" fmla="*/ 59 w 115"/>
                  <a:gd name="T13" fmla="*/ 92 h 118"/>
                  <a:gd name="T14" fmla="*/ 61 w 115"/>
                  <a:gd name="T15" fmla="*/ 73 h 118"/>
                  <a:gd name="T16" fmla="*/ 115 w 115"/>
                  <a:gd name="T17" fmla="*/ 16 h 118"/>
                  <a:gd name="T18" fmla="*/ 101 w 115"/>
                  <a:gd name="T19" fmla="*/ 0 h 118"/>
                  <a:gd name="T20" fmla="*/ 42 w 115"/>
                  <a:gd name="T21" fmla="*/ 59 h 1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15" h="118">
                    <a:moveTo>
                      <a:pt x="42" y="59"/>
                    </a:moveTo>
                    <a:lnTo>
                      <a:pt x="26" y="59"/>
                    </a:lnTo>
                    <a:lnTo>
                      <a:pt x="0" y="101"/>
                    </a:lnTo>
                    <a:lnTo>
                      <a:pt x="16" y="118"/>
                    </a:lnTo>
                    <a:lnTo>
                      <a:pt x="16" y="118"/>
                    </a:lnTo>
                    <a:lnTo>
                      <a:pt x="16" y="118"/>
                    </a:lnTo>
                    <a:lnTo>
                      <a:pt x="59" y="92"/>
                    </a:lnTo>
                    <a:lnTo>
                      <a:pt x="61" y="73"/>
                    </a:lnTo>
                    <a:lnTo>
                      <a:pt x="115" y="16"/>
                    </a:lnTo>
                    <a:lnTo>
                      <a:pt x="101" y="0"/>
                    </a:lnTo>
                    <a:lnTo>
                      <a:pt x="42" y="5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446"/>
                <a:endParaRPr lang="id-ID" sz="1800">
                  <a:solidFill>
                    <a:prstClr val="black"/>
                  </a:solidFill>
                </a:endParaRPr>
              </a:p>
            </p:txBody>
          </p:sp>
        </p:grpSp>
      </p:grpSp>
      <p:sp>
        <p:nvSpPr>
          <p:cNvPr id="31" name="Text Placeholder 16"/>
          <p:cNvSpPr>
            <a:spLocks noGrp="1"/>
          </p:cNvSpPr>
          <p:nvPr>
            <p:ph type="body" sz="quarter" idx="14" hasCustomPrompt="1"/>
          </p:nvPr>
        </p:nvSpPr>
        <p:spPr>
          <a:xfrm>
            <a:off x="5120640" y="3886200"/>
            <a:ext cx="3169920" cy="304800"/>
          </a:xfrm>
        </p:spPr>
        <p:txBody>
          <a:bodyPr lIns="0" t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67" b="1">
                <a:latin typeface="+mj-lt"/>
              </a:defRPr>
            </a:lvl1pPr>
            <a:lvl2pPr marL="457223" indent="0">
              <a:buFont typeface="Arial" panose="020B0604020202020204" pitchFamily="34" charset="0"/>
              <a:buNone/>
              <a:defRPr sz="1333"/>
            </a:lvl2pPr>
            <a:lvl3pPr marL="914446" indent="0">
              <a:buFont typeface="Arial" panose="020B0604020202020204" pitchFamily="34" charset="0"/>
              <a:buNone/>
              <a:defRPr sz="1333"/>
            </a:lvl3pPr>
            <a:lvl4pPr marL="1371669" indent="0">
              <a:buFont typeface="Arial" panose="020B0604020202020204" pitchFamily="34" charset="0"/>
              <a:buNone/>
              <a:defRPr sz="1333"/>
            </a:lvl4pPr>
            <a:lvl5pPr marL="1828891" indent="0">
              <a:buFont typeface="Arial" panose="020B0604020202020204" pitchFamily="34" charset="0"/>
              <a:buNone/>
              <a:defRPr sz="1333"/>
            </a:lvl5pPr>
          </a:lstStyle>
          <a:p>
            <a:pPr lvl="0"/>
            <a:r>
              <a:rPr lang="en-US" dirty="0"/>
              <a:t>Click to edit Skills</a:t>
            </a:r>
          </a:p>
        </p:txBody>
      </p:sp>
      <p:sp>
        <p:nvSpPr>
          <p:cNvPr id="33" name="Rectangle 32"/>
          <p:cNvSpPr/>
          <p:nvPr userDrawn="1"/>
        </p:nvSpPr>
        <p:spPr>
          <a:xfrm>
            <a:off x="12100560" y="0"/>
            <a:ext cx="91440" cy="6858000"/>
          </a:xfrm>
          <a:prstGeom prst="rect">
            <a:avLst/>
          </a:prstGeom>
          <a:solidFill>
            <a:schemeClr val="accent3">
              <a:alpha val="7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46"/>
            <a:endParaRPr lang="id-ID" sz="1800">
              <a:solidFill>
                <a:prstClr val="white"/>
              </a:solidFill>
            </a:endParaRPr>
          </a:p>
        </p:txBody>
      </p:sp>
      <p:sp>
        <p:nvSpPr>
          <p:cNvPr id="25" name="Rectangle 24"/>
          <p:cNvSpPr/>
          <p:nvPr userDrawn="1"/>
        </p:nvSpPr>
        <p:spPr>
          <a:xfrm>
            <a:off x="1" y="0"/>
            <a:ext cx="451103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46"/>
            <a:endParaRPr lang="id-ID" sz="1800">
              <a:solidFill>
                <a:prstClr val="white"/>
              </a:solidFill>
            </a:endParaRPr>
          </a:p>
        </p:txBody>
      </p:sp>
      <p:sp>
        <p:nvSpPr>
          <p:cNvPr id="26" name="Rectangle 25"/>
          <p:cNvSpPr/>
          <p:nvPr userDrawn="1"/>
        </p:nvSpPr>
        <p:spPr>
          <a:xfrm>
            <a:off x="0" y="0"/>
            <a:ext cx="48768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46"/>
            <a:endParaRPr lang="id-ID" sz="1800">
              <a:solidFill>
                <a:prstClr val="white"/>
              </a:solidFill>
            </a:endParaRPr>
          </a:p>
        </p:txBody>
      </p:sp>
      <p:grpSp>
        <p:nvGrpSpPr>
          <p:cNvPr id="27" name="Group 26"/>
          <p:cNvGrpSpPr>
            <a:grpSpLocks noChangeAspect="1"/>
          </p:cNvGrpSpPr>
          <p:nvPr userDrawn="1"/>
        </p:nvGrpSpPr>
        <p:grpSpPr>
          <a:xfrm>
            <a:off x="1036319" y="441960"/>
            <a:ext cx="2926080" cy="2924251"/>
            <a:chOff x="6949416" y="2948916"/>
            <a:chExt cx="4389120" cy="4389120"/>
          </a:xfrm>
        </p:grpSpPr>
        <p:sp>
          <p:nvSpPr>
            <p:cNvPr id="38" name="Oval 37"/>
            <p:cNvSpPr>
              <a:spLocks noChangeAspect="1"/>
            </p:cNvSpPr>
            <p:nvPr userDrawn="1"/>
          </p:nvSpPr>
          <p:spPr>
            <a:xfrm>
              <a:off x="6949416" y="2948916"/>
              <a:ext cx="4389120" cy="4389120"/>
            </a:xfrm>
            <a:prstGeom prst="ellipse">
              <a:avLst/>
            </a:prstGeom>
            <a:solidFill>
              <a:schemeClr val="accent5"/>
            </a:solidFill>
            <a:ln w="1905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46"/>
              <a:endParaRPr lang="id-ID" sz="1800">
                <a:solidFill>
                  <a:prstClr val="white"/>
                </a:solidFill>
              </a:endParaRPr>
            </a:p>
          </p:txBody>
        </p:sp>
        <p:sp>
          <p:nvSpPr>
            <p:cNvPr id="39" name="Oval 38"/>
            <p:cNvSpPr>
              <a:spLocks noChangeAspect="1"/>
            </p:cNvSpPr>
            <p:nvPr userDrawn="1"/>
          </p:nvSpPr>
          <p:spPr>
            <a:xfrm>
              <a:off x="7132342" y="3131842"/>
              <a:ext cx="4023360" cy="4023360"/>
            </a:xfrm>
            <a:prstGeom prst="ellipse">
              <a:avLst/>
            </a:prstGeom>
            <a:solidFill>
              <a:schemeClr val="accent6"/>
            </a:solidFill>
            <a:ln w="152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46"/>
              <a:endParaRPr lang="id-ID" sz="1800">
                <a:solidFill>
                  <a:prstClr val="white"/>
                </a:solidFill>
              </a:endParaRPr>
            </a:p>
          </p:txBody>
        </p:sp>
      </p:grpSp>
      <p:sp>
        <p:nvSpPr>
          <p:cNvPr id="40" name="Picture Placeholder 24"/>
          <p:cNvSpPr>
            <a:spLocks noGrp="1" noChangeAspect="1"/>
          </p:cNvSpPr>
          <p:nvPr>
            <p:ph type="pic" sz="quarter" idx="11"/>
          </p:nvPr>
        </p:nvSpPr>
        <p:spPr>
          <a:xfrm>
            <a:off x="1219199" y="623925"/>
            <a:ext cx="2560320" cy="2560320"/>
          </a:xfrm>
          <a:custGeom>
            <a:avLst/>
            <a:gdLst>
              <a:gd name="connsiteX0" fmla="*/ 1769315 w 3840479"/>
              <a:gd name="connsiteY0" fmla="*/ 0 h 3832859"/>
              <a:gd name="connsiteX1" fmla="*/ 2071163 w 3840479"/>
              <a:gd name="connsiteY1" fmla="*/ 0 h 3832859"/>
              <a:gd name="connsiteX2" fmla="*/ 2116572 w 3840479"/>
              <a:gd name="connsiteY2" fmla="*/ 2293 h 3832859"/>
              <a:gd name="connsiteX3" fmla="*/ 3840479 w 3840479"/>
              <a:gd name="connsiteY3" fmla="*/ 1912619 h 3832859"/>
              <a:gd name="connsiteX4" fmla="*/ 1920239 w 3840479"/>
              <a:gd name="connsiteY4" fmla="*/ 3832859 h 3832859"/>
              <a:gd name="connsiteX5" fmla="*/ 9913 w 3840479"/>
              <a:gd name="connsiteY5" fmla="*/ 2108953 h 3832859"/>
              <a:gd name="connsiteX6" fmla="*/ 0 w 3840479"/>
              <a:gd name="connsiteY6" fmla="*/ 1912639 h 3832859"/>
              <a:gd name="connsiteX7" fmla="*/ 0 w 3840479"/>
              <a:gd name="connsiteY7" fmla="*/ 1912600 h 3832859"/>
              <a:gd name="connsiteX8" fmla="*/ 9913 w 3840479"/>
              <a:gd name="connsiteY8" fmla="*/ 1716286 h 3832859"/>
              <a:gd name="connsiteX9" fmla="*/ 1723906 w 3840479"/>
              <a:gd name="connsiteY9" fmla="*/ 2293 h 3832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840479" h="3832859">
                <a:moveTo>
                  <a:pt x="1769315" y="0"/>
                </a:moveTo>
                <a:lnTo>
                  <a:pt x="2071163" y="0"/>
                </a:lnTo>
                <a:lnTo>
                  <a:pt x="2116572" y="2293"/>
                </a:lnTo>
                <a:cubicBezTo>
                  <a:pt x="3084865" y="100629"/>
                  <a:pt x="3840479" y="918383"/>
                  <a:pt x="3840479" y="1912619"/>
                </a:cubicBezTo>
                <a:cubicBezTo>
                  <a:pt x="3840479" y="2973138"/>
                  <a:pt x="2980758" y="3832859"/>
                  <a:pt x="1920239" y="3832859"/>
                </a:cubicBezTo>
                <a:cubicBezTo>
                  <a:pt x="926003" y="3832859"/>
                  <a:pt x="108249" y="3077245"/>
                  <a:pt x="9913" y="2108953"/>
                </a:cubicBezTo>
                <a:lnTo>
                  <a:pt x="0" y="1912639"/>
                </a:lnTo>
                <a:lnTo>
                  <a:pt x="0" y="1912600"/>
                </a:lnTo>
                <a:lnTo>
                  <a:pt x="9913" y="1716286"/>
                </a:lnTo>
                <a:cubicBezTo>
                  <a:pt x="101693" y="812546"/>
                  <a:pt x="820166" y="94073"/>
                  <a:pt x="1723906" y="2293"/>
                </a:cubicBez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600"/>
            </a:lvl1pPr>
          </a:lstStyle>
          <a:p>
            <a:endParaRPr lang="id-ID" dirty="0"/>
          </a:p>
        </p:txBody>
      </p:sp>
      <p:sp>
        <p:nvSpPr>
          <p:cNvPr id="41" name="Title 1"/>
          <p:cNvSpPr>
            <a:spLocks noGrp="1"/>
          </p:cNvSpPr>
          <p:nvPr>
            <p:ph type="title" hasCustomPrompt="1"/>
          </p:nvPr>
        </p:nvSpPr>
        <p:spPr>
          <a:xfrm>
            <a:off x="5852160" y="381000"/>
            <a:ext cx="4998720" cy="609600"/>
          </a:xfrm>
          <a:noFill/>
          <a:ln>
            <a:noFill/>
          </a:ln>
        </p:spPr>
        <p:txBody>
          <a:bodyPr lIns="91440"/>
          <a:lstStyle/>
          <a:p>
            <a:r>
              <a:rPr lang="en-US" dirty="0"/>
              <a:t>Click to edit title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30266672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</p:bldLst>
  </p:timing>
  <p:extLst>
    <p:ext uri="{DCECCB84-F9BA-43D5-87BE-67443E8EF086}">
      <p15:sldGuideLst xmlns:p15="http://schemas.microsoft.com/office/powerpoint/2012/main">
        <p15:guide id="1" orient="horz" pos="3240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Awar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6"/>
          <p:cNvSpPr>
            <a:spLocks noGrp="1"/>
          </p:cNvSpPr>
          <p:nvPr>
            <p:ph type="body" sz="quarter" idx="10" hasCustomPrompt="1"/>
          </p:nvPr>
        </p:nvSpPr>
        <p:spPr>
          <a:xfrm>
            <a:off x="5852160" y="1356360"/>
            <a:ext cx="2560320" cy="304800"/>
          </a:xfrm>
        </p:spPr>
        <p:txBody>
          <a:bodyPr lIns="91440">
            <a:noAutofit/>
          </a:bodyPr>
          <a:lstStyle>
            <a:lvl1pPr marL="0" indent="0">
              <a:buFont typeface="Arial" panose="020B0604020202020204" pitchFamily="34" charset="0"/>
              <a:buNone/>
              <a:defRPr sz="1867" b="1">
                <a:solidFill>
                  <a:schemeClr val="accent3"/>
                </a:solidFill>
              </a:defRPr>
            </a:lvl1pPr>
            <a:lvl2pPr marL="457223" indent="0">
              <a:buFont typeface="Arial" panose="020B0604020202020204" pitchFamily="34" charset="0"/>
              <a:buNone/>
              <a:defRPr sz="1333"/>
            </a:lvl2pPr>
            <a:lvl3pPr marL="914446" indent="0">
              <a:buFont typeface="Arial" panose="020B0604020202020204" pitchFamily="34" charset="0"/>
              <a:buNone/>
              <a:defRPr sz="1333"/>
            </a:lvl3pPr>
            <a:lvl4pPr marL="1371669" indent="0">
              <a:buFont typeface="Arial" panose="020B0604020202020204" pitchFamily="34" charset="0"/>
              <a:buNone/>
              <a:defRPr sz="1333"/>
            </a:lvl4pPr>
            <a:lvl5pPr marL="1828891" indent="0">
              <a:buFont typeface="Arial" panose="020B0604020202020204" pitchFamily="34" charset="0"/>
              <a:buNone/>
              <a:defRPr sz="1333"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grpSp>
        <p:nvGrpSpPr>
          <p:cNvPr id="4" name="Group 3"/>
          <p:cNvGrpSpPr/>
          <p:nvPr userDrawn="1"/>
        </p:nvGrpSpPr>
        <p:grpSpPr>
          <a:xfrm>
            <a:off x="5059680" y="381000"/>
            <a:ext cx="609600" cy="609600"/>
            <a:chOff x="7680960" y="617220"/>
            <a:chExt cx="1097280" cy="1097280"/>
          </a:xfrm>
        </p:grpSpPr>
        <p:sp>
          <p:nvSpPr>
            <p:cNvPr id="21" name="Oval 20"/>
            <p:cNvSpPr>
              <a:spLocks noChangeAspect="1"/>
            </p:cNvSpPr>
            <p:nvPr userDrawn="1"/>
          </p:nvSpPr>
          <p:spPr>
            <a:xfrm>
              <a:off x="7680960" y="617220"/>
              <a:ext cx="1097280" cy="1097280"/>
            </a:xfrm>
            <a:prstGeom prst="ellipse">
              <a:avLst/>
            </a:prstGeom>
            <a:solidFill>
              <a:schemeClr val="accent5"/>
            </a:solidFill>
            <a:ln w="1905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46"/>
              <a:endParaRPr lang="id-ID" sz="1800">
                <a:solidFill>
                  <a:prstClr val="white"/>
                </a:solidFill>
              </a:endParaRPr>
            </a:p>
          </p:txBody>
        </p:sp>
        <p:sp>
          <p:nvSpPr>
            <p:cNvPr id="22" name="Oval 21"/>
            <p:cNvSpPr>
              <a:spLocks noChangeAspect="1"/>
            </p:cNvSpPr>
            <p:nvPr userDrawn="1"/>
          </p:nvSpPr>
          <p:spPr>
            <a:xfrm>
              <a:off x="7726680" y="662940"/>
              <a:ext cx="1005840" cy="1005840"/>
            </a:xfrm>
            <a:prstGeom prst="ellipse">
              <a:avLst/>
            </a:prstGeom>
            <a:solidFill>
              <a:schemeClr val="accent6"/>
            </a:solidFill>
            <a:ln w="152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46"/>
              <a:endParaRPr lang="id-ID" sz="1800">
                <a:solidFill>
                  <a:prstClr val="white"/>
                </a:solidFill>
              </a:endParaRPr>
            </a:p>
          </p:txBody>
        </p:sp>
        <p:sp>
          <p:nvSpPr>
            <p:cNvPr id="23" name="Oval 22"/>
            <p:cNvSpPr>
              <a:spLocks noChangeAspect="1"/>
            </p:cNvSpPr>
            <p:nvPr/>
          </p:nvSpPr>
          <p:spPr>
            <a:xfrm>
              <a:off x="7772400" y="708660"/>
              <a:ext cx="914400" cy="914400"/>
            </a:xfrm>
            <a:prstGeom prst="ellipse">
              <a:avLst/>
            </a:prstGeom>
            <a:solidFill>
              <a:schemeClr val="accent3"/>
            </a:solidFill>
            <a:ln w="152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46"/>
              <a:endParaRPr lang="id-ID" sz="1800">
                <a:solidFill>
                  <a:prstClr val="white"/>
                </a:solidFill>
              </a:endParaRPr>
            </a:p>
          </p:txBody>
        </p:sp>
        <p:sp>
          <p:nvSpPr>
            <p:cNvPr id="28" name="Freeform 100"/>
            <p:cNvSpPr>
              <a:spLocks noEditPoints="1"/>
            </p:cNvSpPr>
            <p:nvPr userDrawn="1"/>
          </p:nvSpPr>
          <p:spPr bwMode="auto">
            <a:xfrm>
              <a:off x="7989887" y="959167"/>
              <a:ext cx="479425" cy="481013"/>
            </a:xfrm>
            <a:custGeom>
              <a:avLst/>
              <a:gdLst>
                <a:gd name="T0" fmla="*/ 128 w 128"/>
                <a:gd name="T1" fmla="*/ 10 h 128"/>
                <a:gd name="T2" fmla="*/ 103 w 128"/>
                <a:gd name="T3" fmla="*/ 10 h 128"/>
                <a:gd name="T4" fmla="*/ 103 w 128"/>
                <a:gd name="T5" fmla="*/ 0 h 128"/>
                <a:gd name="T6" fmla="*/ 24 w 128"/>
                <a:gd name="T7" fmla="*/ 0 h 128"/>
                <a:gd name="T8" fmla="*/ 24 w 128"/>
                <a:gd name="T9" fmla="*/ 10 h 128"/>
                <a:gd name="T10" fmla="*/ 0 w 128"/>
                <a:gd name="T11" fmla="*/ 10 h 128"/>
                <a:gd name="T12" fmla="*/ 0 w 128"/>
                <a:gd name="T13" fmla="*/ 10 h 128"/>
                <a:gd name="T14" fmla="*/ 0 w 128"/>
                <a:gd name="T15" fmla="*/ 20 h 128"/>
                <a:gd name="T16" fmla="*/ 29 w 128"/>
                <a:gd name="T17" fmla="*/ 69 h 128"/>
                <a:gd name="T18" fmla="*/ 54 w 128"/>
                <a:gd name="T19" fmla="*/ 88 h 128"/>
                <a:gd name="T20" fmla="*/ 54 w 128"/>
                <a:gd name="T21" fmla="*/ 114 h 128"/>
                <a:gd name="T22" fmla="*/ 29 w 128"/>
                <a:gd name="T23" fmla="*/ 128 h 128"/>
                <a:gd name="T24" fmla="*/ 99 w 128"/>
                <a:gd name="T25" fmla="*/ 128 h 128"/>
                <a:gd name="T26" fmla="*/ 74 w 128"/>
                <a:gd name="T27" fmla="*/ 114 h 128"/>
                <a:gd name="T28" fmla="*/ 74 w 128"/>
                <a:gd name="T29" fmla="*/ 88 h 128"/>
                <a:gd name="T30" fmla="*/ 97 w 128"/>
                <a:gd name="T31" fmla="*/ 70 h 128"/>
                <a:gd name="T32" fmla="*/ 128 w 128"/>
                <a:gd name="T33" fmla="*/ 20 h 128"/>
                <a:gd name="T34" fmla="*/ 128 w 128"/>
                <a:gd name="T35" fmla="*/ 10 h 128"/>
                <a:gd name="T36" fmla="*/ 14 w 128"/>
                <a:gd name="T37" fmla="*/ 36 h 128"/>
                <a:gd name="T38" fmla="*/ 10 w 128"/>
                <a:gd name="T39" fmla="*/ 20 h 128"/>
                <a:gd name="T40" fmla="*/ 24 w 128"/>
                <a:gd name="T41" fmla="*/ 20 h 128"/>
                <a:gd name="T42" fmla="*/ 24 w 128"/>
                <a:gd name="T43" fmla="*/ 49 h 128"/>
                <a:gd name="T44" fmla="*/ 24 w 128"/>
                <a:gd name="T45" fmla="*/ 49 h 128"/>
                <a:gd name="T46" fmla="*/ 24 w 128"/>
                <a:gd name="T47" fmla="*/ 50 h 128"/>
                <a:gd name="T48" fmla="*/ 24 w 128"/>
                <a:gd name="T49" fmla="*/ 52 h 128"/>
                <a:gd name="T50" fmla="*/ 14 w 128"/>
                <a:gd name="T51" fmla="*/ 36 h 128"/>
                <a:gd name="T52" fmla="*/ 76 w 128"/>
                <a:gd name="T53" fmla="*/ 60 h 128"/>
                <a:gd name="T54" fmla="*/ 64 w 128"/>
                <a:gd name="T55" fmla="*/ 54 h 128"/>
                <a:gd name="T56" fmla="*/ 52 w 128"/>
                <a:gd name="T57" fmla="*/ 60 h 128"/>
                <a:gd name="T58" fmla="*/ 54 w 128"/>
                <a:gd name="T59" fmla="*/ 47 h 128"/>
                <a:gd name="T60" fmla="*/ 44 w 128"/>
                <a:gd name="T61" fmla="*/ 37 h 128"/>
                <a:gd name="T62" fmla="*/ 58 w 128"/>
                <a:gd name="T63" fmla="*/ 35 h 128"/>
                <a:gd name="T64" fmla="*/ 64 w 128"/>
                <a:gd name="T65" fmla="*/ 23 h 128"/>
                <a:gd name="T66" fmla="*/ 70 w 128"/>
                <a:gd name="T67" fmla="*/ 35 h 128"/>
                <a:gd name="T68" fmla="*/ 84 w 128"/>
                <a:gd name="T69" fmla="*/ 37 h 128"/>
                <a:gd name="T70" fmla="*/ 74 w 128"/>
                <a:gd name="T71" fmla="*/ 47 h 128"/>
                <a:gd name="T72" fmla="*/ 76 w 128"/>
                <a:gd name="T73" fmla="*/ 60 h 128"/>
                <a:gd name="T74" fmla="*/ 114 w 128"/>
                <a:gd name="T75" fmla="*/ 36 h 128"/>
                <a:gd name="T76" fmla="*/ 103 w 128"/>
                <a:gd name="T77" fmla="*/ 53 h 128"/>
                <a:gd name="T78" fmla="*/ 103 w 128"/>
                <a:gd name="T79" fmla="*/ 50 h 128"/>
                <a:gd name="T80" fmla="*/ 103 w 128"/>
                <a:gd name="T81" fmla="*/ 49 h 128"/>
                <a:gd name="T82" fmla="*/ 103 w 128"/>
                <a:gd name="T83" fmla="*/ 49 h 128"/>
                <a:gd name="T84" fmla="*/ 103 w 128"/>
                <a:gd name="T85" fmla="*/ 20 h 128"/>
                <a:gd name="T86" fmla="*/ 118 w 128"/>
                <a:gd name="T87" fmla="*/ 20 h 128"/>
                <a:gd name="T88" fmla="*/ 114 w 128"/>
                <a:gd name="T89" fmla="*/ 36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28" h="128">
                  <a:moveTo>
                    <a:pt x="128" y="10"/>
                  </a:moveTo>
                  <a:cubicBezTo>
                    <a:pt x="103" y="10"/>
                    <a:pt x="103" y="10"/>
                    <a:pt x="103" y="10"/>
                  </a:cubicBezTo>
                  <a:cubicBezTo>
                    <a:pt x="103" y="0"/>
                    <a:pt x="103" y="0"/>
                    <a:pt x="103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2" y="40"/>
                    <a:pt x="13" y="58"/>
                    <a:pt x="29" y="69"/>
                  </a:cubicBezTo>
                  <a:cubicBezTo>
                    <a:pt x="35" y="78"/>
                    <a:pt x="44" y="85"/>
                    <a:pt x="54" y="88"/>
                  </a:cubicBezTo>
                  <a:cubicBezTo>
                    <a:pt x="54" y="114"/>
                    <a:pt x="54" y="114"/>
                    <a:pt x="54" y="114"/>
                  </a:cubicBezTo>
                  <a:cubicBezTo>
                    <a:pt x="29" y="128"/>
                    <a:pt x="29" y="128"/>
                    <a:pt x="29" y="128"/>
                  </a:cubicBezTo>
                  <a:cubicBezTo>
                    <a:pt x="99" y="128"/>
                    <a:pt x="99" y="128"/>
                    <a:pt x="99" y="128"/>
                  </a:cubicBezTo>
                  <a:cubicBezTo>
                    <a:pt x="74" y="114"/>
                    <a:pt x="74" y="114"/>
                    <a:pt x="74" y="114"/>
                  </a:cubicBezTo>
                  <a:cubicBezTo>
                    <a:pt x="74" y="88"/>
                    <a:pt x="74" y="88"/>
                    <a:pt x="74" y="88"/>
                  </a:cubicBezTo>
                  <a:cubicBezTo>
                    <a:pt x="84" y="85"/>
                    <a:pt x="92" y="78"/>
                    <a:pt x="97" y="70"/>
                  </a:cubicBezTo>
                  <a:cubicBezTo>
                    <a:pt x="114" y="59"/>
                    <a:pt x="126" y="41"/>
                    <a:pt x="128" y="20"/>
                  </a:cubicBezTo>
                  <a:cubicBezTo>
                    <a:pt x="128" y="10"/>
                    <a:pt x="128" y="10"/>
                    <a:pt x="128" y="10"/>
                  </a:cubicBezTo>
                  <a:close/>
                  <a:moveTo>
                    <a:pt x="14" y="36"/>
                  </a:moveTo>
                  <a:cubicBezTo>
                    <a:pt x="12" y="31"/>
                    <a:pt x="11" y="25"/>
                    <a:pt x="10" y="20"/>
                  </a:cubicBezTo>
                  <a:cubicBezTo>
                    <a:pt x="24" y="20"/>
                    <a:pt x="24" y="20"/>
                    <a:pt x="24" y="20"/>
                  </a:cubicBezTo>
                  <a:cubicBezTo>
                    <a:pt x="24" y="49"/>
                    <a:pt x="24" y="49"/>
                    <a:pt x="24" y="49"/>
                  </a:cubicBezTo>
                  <a:cubicBezTo>
                    <a:pt x="24" y="49"/>
                    <a:pt x="24" y="49"/>
                    <a:pt x="24" y="49"/>
                  </a:cubicBezTo>
                  <a:cubicBezTo>
                    <a:pt x="24" y="49"/>
                    <a:pt x="24" y="49"/>
                    <a:pt x="24" y="50"/>
                  </a:cubicBezTo>
                  <a:cubicBezTo>
                    <a:pt x="24" y="50"/>
                    <a:pt x="24" y="51"/>
                    <a:pt x="24" y="52"/>
                  </a:cubicBezTo>
                  <a:cubicBezTo>
                    <a:pt x="20" y="47"/>
                    <a:pt x="17" y="42"/>
                    <a:pt x="14" y="36"/>
                  </a:cubicBezTo>
                  <a:close/>
                  <a:moveTo>
                    <a:pt x="76" y="60"/>
                  </a:moveTo>
                  <a:cubicBezTo>
                    <a:pt x="64" y="54"/>
                    <a:pt x="64" y="54"/>
                    <a:pt x="64" y="54"/>
                  </a:cubicBezTo>
                  <a:cubicBezTo>
                    <a:pt x="52" y="60"/>
                    <a:pt x="52" y="60"/>
                    <a:pt x="52" y="60"/>
                  </a:cubicBezTo>
                  <a:cubicBezTo>
                    <a:pt x="54" y="47"/>
                    <a:pt x="54" y="47"/>
                    <a:pt x="54" y="47"/>
                  </a:cubicBezTo>
                  <a:cubicBezTo>
                    <a:pt x="44" y="37"/>
                    <a:pt x="44" y="37"/>
                    <a:pt x="44" y="37"/>
                  </a:cubicBezTo>
                  <a:cubicBezTo>
                    <a:pt x="58" y="35"/>
                    <a:pt x="58" y="35"/>
                    <a:pt x="58" y="35"/>
                  </a:cubicBezTo>
                  <a:cubicBezTo>
                    <a:pt x="64" y="23"/>
                    <a:pt x="64" y="23"/>
                    <a:pt x="64" y="23"/>
                  </a:cubicBezTo>
                  <a:cubicBezTo>
                    <a:pt x="70" y="35"/>
                    <a:pt x="70" y="35"/>
                    <a:pt x="70" y="35"/>
                  </a:cubicBezTo>
                  <a:cubicBezTo>
                    <a:pt x="84" y="37"/>
                    <a:pt x="84" y="37"/>
                    <a:pt x="84" y="37"/>
                  </a:cubicBezTo>
                  <a:cubicBezTo>
                    <a:pt x="74" y="47"/>
                    <a:pt x="74" y="47"/>
                    <a:pt x="74" y="47"/>
                  </a:cubicBezTo>
                  <a:lnTo>
                    <a:pt x="76" y="60"/>
                  </a:lnTo>
                  <a:close/>
                  <a:moveTo>
                    <a:pt x="114" y="36"/>
                  </a:moveTo>
                  <a:cubicBezTo>
                    <a:pt x="111" y="42"/>
                    <a:pt x="107" y="48"/>
                    <a:pt x="103" y="53"/>
                  </a:cubicBezTo>
                  <a:cubicBezTo>
                    <a:pt x="103" y="52"/>
                    <a:pt x="103" y="51"/>
                    <a:pt x="103" y="50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3" y="20"/>
                    <a:pt x="103" y="20"/>
                    <a:pt x="103" y="20"/>
                  </a:cubicBezTo>
                  <a:cubicBezTo>
                    <a:pt x="118" y="20"/>
                    <a:pt x="118" y="20"/>
                    <a:pt x="118" y="20"/>
                  </a:cubicBezTo>
                  <a:cubicBezTo>
                    <a:pt x="117" y="25"/>
                    <a:pt x="116" y="31"/>
                    <a:pt x="114" y="3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446"/>
              <a:endParaRPr lang="id-ID" sz="1800">
                <a:solidFill>
                  <a:prstClr val="black"/>
                </a:solidFill>
              </a:endParaRPr>
            </a:p>
          </p:txBody>
        </p:sp>
      </p:grpSp>
      <p:sp>
        <p:nvSpPr>
          <p:cNvPr id="18" name="Text Placeholder 16"/>
          <p:cNvSpPr>
            <a:spLocks noGrp="1"/>
          </p:cNvSpPr>
          <p:nvPr>
            <p:ph type="body" sz="quarter" idx="14" hasCustomPrompt="1"/>
          </p:nvPr>
        </p:nvSpPr>
        <p:spPr>
          <a:xfrm>
            <a:off x="5852160" y="1661160"/>
            <a:ext cx="4876800" cy="243840"/>
          </a:xfrm>
        </p:spPr>
        <p:txBody>
          <a:bodyPr lIns="91440">
            <a:noAutofit/>
          </a:bodyPr>
          <a:lstStyle>
            <a:lvl1pPr marL="0" indent="0">
              <a:buFont typeface="Arial" panose="020B0604020202020204" pitchFamily="34" charset="0"/>
              <a:buNone/>
              <a:defRPr sz="1467" b="1">
                <a:solidFill>
                  <a:schemeClr val="tx1"/>
                </a:solidFill>
              </a:defRPr>
            </a:lvl1pPr>
            <a:lvl2pPr marL="457223" indent="0">
              <a:buFont typeface="Arial" panose="020B0604020202020204" pitchFamily="34" charset="0"/>
              <a:buNone/>
              <a:defRPr sz="1333"/>
            </a:lvl2pPr>
            <a:lvl3pPr marL="914446" indent="0">
              <a:buFont typeface="Arial" panose="020B0604020202020204" pitchFamily="34" charset="0"/>
              <a:buNone/>
              <a:defRPr sz="1333"/>
            </a:lvl3pPr>
            <a:lvl4pPr marL="1371669" indent="0">
              <a:buFont typeface="Arial" panose="020B0604020202020204" pitchFamily="34" charset="0"/>
              <a:buNone/>
              <a:defRPr sz="1333"/>
            </a:lvl4pPr>
            <a:lvl5pPr marL="1828891" indent="0">
              <a:buFont typeface="Arial" panose="020B0604020202020204" pitchFamily="34" charset="0"/>
              <a:buNone/>
              <a:defRPr sz="1333"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19" name="Text Placeholder 16"/>
          <p:cNvSpPr>
            <a:spLocks noGrp="1"/>
          </p:cNvSpPr>
          <p:nvPr>
            <p:ph type="body" sz="quarter" idx="15" hasCustomPrompt="1"/>
          </p:nvPr>
        </p:nvSpPr>
        <p:spPr>
          <a:xfrm>
            <a:off x="5852160" y="1905000"/>
            <a:ext cx="5364480" cy="487680"/>
          </a:xfrm>
        </p:spPr>
        <p:txBody>
          <a:bodyPr lIns="91440">
            <a:noAutofit/>
          </a:bodyPr>
          <a:lstStyle>
            <a:lvl1pPr marL="0" indent="0">
              <a:buFont typeface="Arial" panose="020B0604020202020204" pitchFamily="34" charset="0"/>
              <a:buNone/>
              <a:defRPr sz="1333" b="0">
                <a:solidFill>
                  <a:schemeClr val="tx1"/>
                </a:solidFill>
              </a:defRPr>
            </a:lvl1pPr>
            <a:lvl2pPr marL="457223" indent="0">
              <a:buFont typeface="Arial" panose="020B0604020202020204" pitchFamily="34" charset="0"/>
              <a:buNone/>
              <a:defRPr sz="1333"/>
            </a:lvl2pPr>
            <a:lvl3pPr marL="914446" indent="0">
              <a:buFont typeface="Arial" panose="020B0604020202020204" pitchFamily="34" charset="0"/>
              <a:buNone/>
              <a:defRPr sz="1333"/>
            </a:lvl3pPr>
            <a:lvl4pPr marL="1371669" indent="0">
              <a:buFont typeface="Arial" panose="020B0604020202020204" pitchFamily="34" charset="0"/>
              <a:buNone/>
              <a:defRPr sz="1333"/>
            </a:lvl4pPr>
            <a:lvl5pPr marL="1828891" indent="0">
              <a:buFont typeface="Arial" panose="020B0604020202020204" pitchFamily="34" charset="0"/>
              <a:buNone/>
              <a:defRPr sz="1333"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4" name="Rectangle 23"/>
          <p:cNvSpPr/>
          <p:nvPr userDrawn="1"/>
        </p:nvSpPr>
        <p:spPr>
          <a:xfrm>
            <a:off x="12100560" y="0"/>
            <a:ext cx="91440" cy="6858000"/>
          </a:xfrm>
          <a:prstGeom prst="rect">
            <a:avLst/>
          </a:prstGeom>
          <a:solidFill>
            <a:schemeClr val="accent3">
              <a:alpha val="7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46"/>
            <a:endParaRPr lang="id-ID" sz="1800">
              <a:solidFill>
                <a:prstClr val="white"/>
              </a:solidFill>
            </a:endParaRPr>
          </a:p>
        </p:txBody>
      </p:sp>
      <p:sp>
        <p:nvSpPr>
          <p:cNvPr id="25" name="Rectangle 24"/>
          <p:cNvSpPr/>
          <p:nvPr userDrawn="1"/>
        </p:nvSpPr>
        <p:spPr>
          <a:xfrm>
            <a:off x="1" y="0"/>
            <a:ext cx="451103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46"/>
            <a:endParaRPr lang="id-ID" sz="1800">
              <a:solidFill>
                <a:prstClr val="white"/>
              </a:solidFill>
            </a:endParaRPr>
          </a:p>
        </p:txBody>
      </p:sp>
      <p:sp>
        <p:nvSpPr>
          <p:cNvPr id="26" name="Rectangle 25"/>
          <p:cNvSpPr/>
          <p:nvPr userDrawn="1"/>
        </p:nvSpPr>
        <p:spPr>
          <a:xfrm>
            <a:off x="0" y="0"/>
            <a:ext cx="48768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46"/>
            <a:endParaRPr lang="id-ID" sz="1800">
              <a:solidFill>
                <a:prstClr val="white"/>
              </a:solidFill>
            </a:endParaRPr>
          </a:p>
        </p:txBody>
      </p:sp>
      <p:grpSp>
        <p:nvGrpSpPr>
          <p:cNvPr id="27" name="Group 26"/>
          <p:cNvGrpSpPr>
            <a:grpSpLocks noChangeAspect="1"/>
          </p:cNvGrpSpPr>
          <p:nvPr userDrawn="1"/>
        </p:nvGrpSpPr>
        <p:grpSpPr>
          <a:xfrm>
            <a:off x="1036319" y="441960"/>
            <a:ext cx="2926080" cy="2924251"/>
            <a:chOff x="6949416" y="2948916"/>
            <a:chExt cx="4389120" cy="4389120"/>
          </a:xfrm>
        </p:grpSpPr>
        <p:sp>
          <p:nvSpPr>
            <p:cNvPr id="33" name="Oval 32"/>
            <p:cNvSpPr>
              <a:spLocks noChangeAspect="1"/>
            </p:cNvSpPr>
            <p:nvPr userDrawn="1"/>
          </p:nvSpPr>
          <p:spPr>
            <a:xfrm>
              <a:off x="6949416" y="2948916"/>
              <a:ext cx="4389120" cy="4389120"/>
            </a:xfrm>
            <a:prstGeom prst="ellipse">
              <a:avLst/>
            </a:prstGeom>
            <a:solidFill>
              <a:schemeClr val="accent5"/>
            </a:solidFill>
            <a:ln w="1905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46"/>
              <a:endParaRPr lang="id-ID" sz="1800">
                <a:solidFill>
                  <a:prstClr val="white"/>
                </a:solidFill>
              </a:endParaRPr>
            </a:p>
          </p:txBody>
        </p:sp>
        <p:sp>
          <p:nvSpPr>
            <p:cNvPr id="34" name="Oval 33"/>
            <p:cNvSpPr>
              <a:spLocks noChangeAspect="1"/>
            </p:cNvSpPr>
            <p:nvPr userDrawn="1"/>
          </p:nvSpPr>
          <p:spPr>
            <a:xfrm>
              <a:off x="7132342" y="3131842"/>
              <a:ext cx="4023360" cy="4023360"/>
            </a:xfrm>
            <a:prstGeom prst="ellipse">
              <a:avLst/>
            </a:prstGeom>
            <a:solidFill>
              <a:schemeClr val="accent6"/>
            </a:solidFill>
            <a:ln w="152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46"/>
              <a:endParaRPr lang="id-ID" sz="1800">
                <a:solidFill>
                  <a:prstClr val="white"/>
                </a:solidFill>
              </a:endParaRPr>
            </a:p>
          </p:txBody>
        </p:sp>
      </p:grpSp>
      <p:sp>
        <p:nvSpPr>
          <p:cNvPr id="35" name="Picture Placeholder 24"/>
          <p:cNvSpPr>
            <a:spLocks noGrp="1" noChangeAspect="1"/>
          </p:cNvSpPr>
          <p:nvPr>
            <p:ph type="pic" sz="quarter" idx="11"/>
          </p:nvPr>
        </p:nvSpPr>
        <p:spPr>
          <a:xfrm>
            <a:off x="1219199" y="623925"/>
            <a:ext cx="2560320" cy="2560320"/>
          </a:xfrm>
          <a:custGeom>
            <a:avLst/>
            <a:gdLst>
              <a:gd name="connsiteX0" fmla="*/ 1769315 w 3840479"/>
              <a:gd name="connsiteY0" fmla="*/ 0 h 3832859"/>
              <a:gd name="connsiteX1" fmla="*/ 2071163 w 3840479"/>
              <a:gd name="connsiteY1" fmla="*/ 0 h 3832859"/>
              <a:gd name="connsiteX2" fmla="*/ 2116572 w 3840479"/>
              <a:gd name="connsiteY2" fmla="*/ 2293 h 3832859"/>
              <a:gd name="connsiteX3" fmla="*/ 3840479 w 3840479"/>
              <a:gd name="connsiteY3" fmla="*/ 1912619 h 3832859"/>
              <a:gd name="connsiteX4" fmla="*/ 1920239 w 3840479"/>
              <a:gd name="connsiteY4" fmla="*/ 3832859 h 3832859"/>
              <a:gd name="connsiteX5" fmla="*/ 9913 w 3840479"/>
              <a:gd name="connsiteY5" fmla="*/ 2108953 h 3832859"/>
              <a:gd name="connsiteX6" fmla="*/ 0 w 3840479"/>
              <a:gd name="connsiteY6" fmla="*/ 1912639 h 3832859"/>
              <a:gd name="connsiteX7" fmla="*/ 0 w 3840479"/>
              <a:gd name="connsiteY7" fmla="*/ 1912600 h 3832859"/>
              <a:gd name="connsiteX8" fmla="*/ 9913 w 3840479"/>
              <a:gd name="connsiteY8" fmla="*/ 1716286 h 3832859"/>
              <a:gd name="connsiteX9" fmla="*/ 1723906 w 3840479"/>
              <a:gd name="connsiteY9" fmla="*/ 2293 h 3832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840479" h="3832859">
                <a:moveTo>
                  <a:pt x="1769315" y="0"/>
                </a:moveTo>
                <a:lnTo>
                  <a:pt x="2071163" y="0"/>
                </a:lnTo>
                <a:lnTo>
                  <a:pt x="2116572" y="2293"/>
                </a:lnTo>
                <a:cubicBezTo>
                  <a:pt x="3084865" y="100629"/>
                  <a:pt x="3840479" y="918383"/>
                  <a:pt x="3840479" y="1912619"/>
                </a:cubicBezTo>
                <a:cubicBezTo>
                  <a:pt x="3840479" y="2973138"/>
                  <a:pt x="2980758" y="3832859"/>
                  <a:pt x="1920239" y="3832859"/>
                </a:cubicBezTo>
                <a:cubicBezTo>
                  <a:pt x="926003" y="3832859"/>
                  <a:pt x="108249" y="3077245"/>
                  <a:pt x="9913" y="2108953"/>
                </a:cubicBezTo>
                <a:lnTo>
                  <a:pt x="0" y="1912639"/>
                </a:lnTo>
                <a:lnTo>
                  <a:pt x="0" y="1912600"/>
                </a:lnTo>
                <a:lnTo>
                  <a:pt x="9913" y="1716286"/>
                </a:lnTo>
                <a:cubicBezTo>
                  <a:pt x="101693" y="812546"/>
                  <a:pt x="820166" y="94073"/>
                  <a:pt x="1723906" y="2293"/>
                </a:cubicBez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600"/>
            </a:lvl1pPr>
          </a:lstStyle>
          <a:p>
            <a:endParaRPr lang="id-ID" dirty="0"/>
          </a:p>
        </p:txBody>
      </p:sp>
      <p:sp>
        <p:nvSpPr>
          <p:cNvPr id="36" name="Title 1"/>
          <p:cNvSpPr>
            <a:spLocks noGrp="1"/>
          </p:cNvSpPr>
          <p:nvPr>
            <p:ph type="title" hasCustomPrompt="1"/>
          </p:nvPr>
        </p:nvSpPr>
        <p:spPr>
          <a:xfrm>
            <a:off x="5852160" y="381000"/>
            <a:ext cx="4998720" cy="609600"/>
          </a:xfrm>
          <a:noFill/>
          <a:ln>
            <a:noFill/>
          </a:ln>
        </p:spPr>
        <p:txBody>
          <a:bodyPr lIns="91440"/>
          <a:lstStyle/>
          <a:p>
            <a:r>
              <a:rPr lang="en-US" dirty="0"/>
              <a:t>Click to edit title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1596381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</p:bldLst>
  </p:timing>
  <p:extLst>
    <p:ext uri="{DCECCB84-F9BA-43D5-87BE-67443E8EF086}">
      <p15:sldGuideLst xmlns:p15="http://schemas.microsoft.com/office/powerpoint/2012/main">
        <p15:guide id="1" orient="horz" pos="3240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Portfoli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6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60" y="5562600"/>
            <a:ext cx="3169920" cy="30480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467" b="1">
                <a:latin typeface="+mj-lt"/>
              </a:defRPr>
            </a:lvl1pPr>
            <a:lvl2pPr marL="457223" indent="0">
              <a:buFont typeface="Arial" panose="020B0604020202020204" pitchFamily="34" charset="0"/>
              <a:buNone/>
              <a:defRPr sz="1333"/>
            </a:lvl2pPr>
            <a:lvl3pPr marL="914446" indent="0">
              <a:buFont typeface="Arial" panose="020B0604020202020204" pitchFamily="34" charset="0"/>
              <a:buNone/>
              <a:defRPr sz="1333"/>
            </a:lvl3pPr>
            <a:lvl4pPr marL="1371669" indent="0">
              <a:buFont typeface="Arial" panose="020B0604020202020204" pitchFamily="34" charset="0"/>
              <a:buNone/>
              <a:defRPr sz="1333"/>
            </a:lvl4pPr>
            <a:lvl5pPr marL="1828891" indent="0">
              <a:buFont typeface="Arial" panose="020B0604020202020204" pitchFamily="34" charset="0"/>
              <a:buNone/>
              <a:defRPr sz="1333"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4"/>
          </p:nvPr>
        </p:nvSpPr>
        <p:spPr>
          <a:xfrm>
            <a:off x="5120640" y="1356360"/>
            <a:ext cx="6461760" cy="3901440"/>
          </a:xfrm>
          <a:ln w="38100">
            <a:solidFill>
              <a:schemeClr val="accent6"/>
            </a:solidFill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1600"/>
            </a:lvl1pPr>
          </a:lstStyle>
          <a:p>
            <a:endParaRPr lang="id-ID" dirty="0"/>
          </a:p>
        </p:txBody>
      </p:sp>
      <p:sp>
        <p:nvSpPr>
          <p:cNvPr id="28" name="Text Placeholder 16"/>
          <p:cNvSpPr>
            <a:spLocks noGrp="1"/>
          </p:cNvSpPr>
          <p:nvPr>
            <p:ph type="body" sz="quarter" idx="15" hasCustomPrompt="1"/>
          </p:nvPr>
        </p:nvSpPr>
        <p:spPr>
          <a:xfrm>
            <a:off x="5547360" y="5867400"/>
            <a:ext cx="6014720" cy="60960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333"/>
            </a:lvl1pPr>
            <a:lvl2pPr marL="457223" indent="0">
              <a:buFont typeface="Arial" panose="020B0604020202020204" pitchFamily="34" charset="0"/>
              <a:buNone/>
              <a:defRPr sz="1333"/>
            </a:lvl2pPr>
            <a:lvl3pPr marL="914446" indent="0">
              <a:buFont typeface="Arial" panose="020B0604020202020204" pitchFamily="34" charset="0"/>
              <a:buNone/>
              <a:defRPr sz="1333"/>
            </a:lvl3pPr>
            <a:lvl4pPr marL="1371669" indent="0">
              <a:buFont typeface="Arial" panose="020B0604020202020204" pitchFamily="34" charset="0"/>
              <a:buNone/>
              <a:defRPr sz="1333"/>
            </a:lvl4pPr>
            <a:lvl5pPr marL="1828891" indent="0">
              <a:buFont typeface="Arial" panose="020B0604020202020204" pitchFamily="34" charset="0"/>
              <a:buNone/>
              <a:defRPr sz="1333"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30" name="Rectangle 29"/>
          <p:cNvSpPr/>
          <p:nvPr userDrawn="1"/>
        </p:nvSpPr>
        <p:spPr>
          <a:xfrm>
            <a:off x="12100560" y="0"/>
            <a:ext cx="91440" cy="6858000"/>
          </a:xfrm>
          <a:prstGeom prst="rect">
            <a:avLst/>
          </a:prstGeom>
          <a:solidFill>
            <a:schemeClr val="accent3">
              <a:alpha val="7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46"/>
            <a:endParaRPr lang="id-ID" sz="1800">
              <a:solidFill>
                <a:prstClr val="white"/>
              </a:solidFill>
            </a:endParaRPr>
          </a:p>
        </p:txBody>
      </p:sp>
      <p:sp>
        <p:nvSpPr>
          <p:cNvPr id="25" name="Rectangle 24"/>
          <p:cNvSpPr/>
          <p:nvPr userDrawn="1"/>
        </p:nvSpPr>
        <p:spPr>
          <a:xfrm>
            <a:off x="1" y="0"/>
            <a:ext cx="451103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46"/>
            <a:endParaRPr lang="id-ID" sz="1800">
              <a:solidFill>
                <a:prstClr val="white"/>
              </a:solidFill>
            </a:endParaRPr>
          </a:p>
        </p:txBody>
      </p:sp>
      <p:sp>
        <p:nvSpPr>
          <p:cNvPr id="26" name="Rectangle 25"/>
          <p:cNvSpPr/>
          <p:nvPr userDrawn="1"/>
        </p:nvSpPr>
        <p:spPr>
          <a:xfrm>
            <a:off x="0" y="0"/>
            <a:ext cx="48768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46"/>
            <a:endParaRPr lang="id-ID" sz="1800">
              <a:solidFill>
                <a:prstClr val="white"/>
              </a:solidFill>
            </a:endParaRPr>
          </a:p>
        </p:txBody>
      </p:sp>
      <p:grpSp>
        <p:nvGrpSpPr>
          <p:cNvPr id="27" name="Group 26"/>
          <p:cNvGrpSpPr>
            <a:grpSpLocks noChangeAspect="1"/>
          </p:cNvGrpSpPr>
          <p:nvPr userDrawn="1"/>
        </p:nvGrpSpPr>
        <p:grpSpPr>
          <a:xfrm>
            <a:off x="1036319" y="441960"/>
            <a:ext cx="2926080" cy="2924251"/>
            <a:chOff x="6949416" y="2948916"/>
            <a:chExt cx="4389120" cy="4389120"/>
          </a:xfrm>
        </p:grpSpPr>
        <p:sp>
          <p:nvSpPr>
            <p:cNvPr id="35" name="Oval 34"/>
            <p:cNvSpPr>
              <a:spLocks noChangeAspect="1"/>
            </p:cNvSpPr>
            <p:nvPr userDrawn="1"/>
          </p:nvSpPr>
          <p:spPr>
            <a:xfrm>
              <a:off x="6949416" y="2948916"/>
              <a:ext cx="4389120" cy="4389120"/>
            </a:xfrm>
            <a:prstGeom prst="ellipse">
              <a:avLst/>
            </a:prstGeom>
            <a:solidFill>
              <a:schemeClr val="accent5"/>
            </a:solidFill>
            <a:ln w="1905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46"/>
              <a:endParaRPr lang="id-ID" sz="1800">
                <a:solidFill>
                  <a:prstClr val="white"/>
                </a:solidFill>
              </a:endParaRPr>
            </a:p>
          </p:txBody>
        </p:sp>
        <p:sp>
          <p:nvSpPr>
            <p:cNvPr id="36" name="Oval 35"/>
            <p:cNvSpPr>
              <a:spLocks noChangeAspect="1"/>
            </p:cNvSpPr>
            <p:nvPr userDrawn="1"/>
          </p:nvSpPr>
          <p:spPr>
            <a:xfrm>
              <a:off x="7132342" y="3131842"/>
              <a:ext cx="4023360" cy="4023360"/>
            </a:xfrm>
            <a:prstGeom prst="ellipse">
              <a:avLst/>
            </a:prstGeom>
            <a:solidFill>
              <a:schemeClr val="accent6"/>
            </a:solidFill>
            <a:ln w="152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46"/>
              <a:endParaRPr lang="id-ID" sz="1800">
                <a:solidFill>
                  <a:prstClr val="white"/>
                </a:solidFill>
              </a:endParaRPr>
            </a:p>
          </p:txBody>
        </p:sp>
      </p:grpSp>
      <p:sp>
        <p:nvSpPr>
          <p:cNvPr id="37" name="Picture Placeholder 24"/>
          <p:cNvSpPr>
            <a:spLocks noGrp="1" noChangeAspect="1"/>
          </p:cNvSpPr>
          <p:nvPr>
            <p:ph type="pic" sz="quarter" idx="11"/>
          </p:nvPr>
        </p:nvSpPr>
        <p:spPr>
          <a:xfrm>
            <a:off x="1219199" y="623925"/>
            <a:ext cx="2560320" cy="2560320"/>
          </a:xfrm>
          <a:custGeom>
            <a:avLst/>
            <a:gdLst>
              <a:gd name="connsiteX0" fmla="*/ 1769315 w 3840479"/>
              <a:gd name="connsiteY0" fmla="*/ 0 h 3832859"/>
              <a:gd name="connsiteX1" fmla="*/ 2071163 w 3840479"/>
              <a:gd name="connsiteY1" fmla="*/ 0 h 3832859"/>
              <a:gd name="connsiteX2" fmla="*/ 2116572 w 3840479"/>
              <a:gd name="connsiteY2" fmla="*/ 2293 h 3832859"/>
              <a:gd name="connsiteX3" fmla="*/ 3840479 w 3840479"/>
              <a:gd name="connsiteY3" fmla="*/ 1912619 h 3832859"/>
              <a:gd name="connsiteX4" fmla="*/ 1920239 w 3840479"/>
              <a:gd name="connsiteY4" fmla="*/ 3832859 h 3832859"/>
              <a:gd name="connsiteX5" fmla="*/ 9913 w 3840479"/>
              <a:gd name="connsiteY5" fmla="*/ 2108953 h 3832859"/>
              <a:gd name="connsiteX6" fmla="*/ 0 w 3840479"/>
              <a:gd name="connsiteY6" fmla="*/ 1912639 h 3832859"/>
              <a:gd name="connsiteX7" fmla="*/ 0 w 3840479"/>
              <a:gd name="connsiteY7" fmla="*/ 1912600 h 3832859"/>
              <a:gd name="connsiteX8" fmla="*/ 9913 w 3840479"/>
              <a:gd name="connsiteY8" fmla="*/ 1716286 h 3832859"/>
              <a:gd name="connsiteX9" fmla="*/ 1723906 w 3840479"/>
              <a:gd name="connsiteY9" fmla="*/ 2293 h 3832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840479" h="3832859">
                <a:moveTo>
                  <a:pt x="1769315" y="0"/>
                </a:moveTo>
                <a:lnTo>
                  <a:pt x="2071163" y="0"/>
                </a:lnTo>
                <a:lnTo>
                  <a:pt x="2116572" y="2293"/>
                </a:lnTo>
                <a:cubicBezTo>
                  <a:pt x="3084865" y="100629"/>
                  <a:pt x="3840479" y="918383"/>
                  <a:pt x="3840479" y="1912619"/>
                </a:cubicBezTo>
                <a:cubicBezTo>
                  <a:pt x="3840479" y="2973138"/>
                  <a:pt x="2980758" y="3832859"/>
                  <a:pt x="1920239" y="3832859"/>
                </a:cubicBezTo>
                <a:cubicBezTo>
                  <a:pt x="926003" y="3832859"/>
                  <a:pt x="108249" y="3077245"/>
                  <a:pt x="9913" y="2108953"/>
                </a:cubicBezTo>
                <a:lnTo>
                  <a:pt x="0" y="1912639"/>
                </a:lnTo>
                <a:lnTo>
                  <a:pt x="0" y="1912600"/>
                </a:lnTo>
                <a:lnTo>
                  <a:pt x="9913" y="1716286"/>
                </a:lnTo>
                <a:cubicBezTo>
                  <a:pt x="101693" y="812546"/>
                  <a:pt x="820166" y="94073"/>
                  <a:pt x="1723906" y="2293"/>
                </a:cubicBez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600"/>
            </a:lvl1pPr>
          </a:lstStyle>
          <a:p>
            <a:endParaRPr lang="id-ID" dirty="0"/>
          </a:p>
        </p:txBody>
      </p:sp>
      <p:grpSp>
        <p:nvGrpSpPr>
          <p:cNvPr id="38" name="Group 37"/>
          <p:cNvGrpSpPr>
            <a:grpSpLocks noChangeAspect="1"/>
          </p:cNvGrpSpPr>
          <p:nvPr userDrawn="1"/>
        </p:nvGrpSpPr>
        <p:grpSpPr>
          <a:xfrm>
            <a:off x="5059680" y="381000"/>
            <a:ext cx="611128" cy="609600"/>
            <a:chOff x="7680960" y="617220"/>
            <a:chExt cx="1097280" cy="1097280"/>
          </a:xfrm>
        </p:grpSpPr>
        <p:grpSp>
          <p:nvGrpSpPr>
            <p:cNvPr id="39" name="Group 38"/>
            <p:cNvGrpSpPr/>
            <p:nvPr/>
          </p:nvGrpSpPr>
          <p:grpSpPr>
            <a:xfrm>
              <a:off x="7680960" y="617220"/>
              <a:ext cx="1097280" cy="1097280"/>
              <a:chOff x="8366760" y="2720340"/>
              <a:chExt cx="1097280" cy="1097280"/>
            </a:xfrm>
          </p:grpSpPr>
          <p:sp>
            <p:nvSpPr>
              <p:cNvPr id="44" name="Oval 43"/>
              <p:cNvSpPr>
                <a:spLocks noChangeAspect="1"/>
              </p:cNvSpPr>
              <p:nvPr userDrawn="1"/>
            </p:nvSpPr>
            <p:spPr>
              <a:xfrm>
                <a:off x="8366760" y="2720340"/>
                <a:ext cx="1097280" cy="1097280"/>
              </a:xfrm>
              <a:prstGeom prst="ellipse">
                <a:avLst/>
              </a:prstGeom>
              <a:solidFill>
                <a:schemeClr val="accent5"/>
              </a:solidFill>
              <a:ln w="1905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446"/>
                <a:endParaRPr lang="id-ID" sz="1800">
                  <a:solidFill>
                    <a:prstClr val="white"/>
                  </a:solidFill>
                </a:endParaRPr>
              </a:p>
            </p:txBody>
          </p:sp>
          <p:sp>
            <p:nvSpPr>
              <p:cNvPr id="45" name="Oval 44"/>
              <p:cNvSpPr>
                <a:spLocks noChangeAspect="1"/>
              </p:cNvSpPr>
              <p:nvPr userDrawn="1"/>
            </p:nvSpPr>
            <p:spPr>
              <a:xfrm>
                <a:off x="8412480" y="2766060"/>
                <a:ext cx="1005840" cy="1005840"/>
              </a:xfrm>
              <a:prstGeom prst="ellipse">
                <a:avLst/>
              </a:prstGeom>
              <a:solidFill>
                <a:schemeClr val="accent6"/>
              </a:solidFill>
              <a:ln w="152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446"/>
                <a:endParaRPr lang="id-ID" sz="1800">
                  <a:solidFill>
                    <a:prstClr val="white"/>
                  </a:solidFill>
                </a:endParaRPr>
              </a:p>
            </p:txBody>
          </p:sp>
          <p:sp>
            <p:nvSpPr>
              <p:cNvPr id="46" name="Oval 45"/>
              <p:cNvSpPr>
                <a:spLocks noChangeAspect="1"/>
              </p:cNvSpPr>
              <p:nvPr/>
            </p:nvSpPr>
            <p:spPr>
              <a:xfrm>
                <a:off x="8458200" y="2811780"/>
                <a:ext cx="914400" cy="914400"/>
              </a:xfrm>
              <a:prstGeom prst="ellipse">
                <a:avLst/>
              </a:prstGeom>
              <a:solidFill>
                <a:schemeClr val="accent3"/>
              </a:solidFill>
              <a:ln w="152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446"/>
                <a:endParaRPr lang="id-ID" sz="1800">
                  <a:solidFill>
                    <a:prstClr val="white"/>
                  </a:solidFill>
                </a:endParaRPr>
              </a:p>
            </p:txBody>
          </p:sp>
        </p:grpSp>
        <p:grpSp>
          <p:nvGrpSpPr>
            <p:cNvPr id="40" name="Group 39"/>
            <p:cNvGrpSpPr>
              <a:grpSpLocks noChangeAspect="1"/>
            </p:cNvGrpSpPr>
            <p:nvPr userDrawn="1"/>
          </p:nvGrpSpPr>
          <p:grpSpPr>
            <a:xfrm>
              <a:off x="7989092" y="937260"/>
              <a:ext cx="548640" cy="403785"/>
              <a:chOff x="8164513" y="7223125"/>
              <a:chExt cx="481013" cy="354013"/>
            </a:xfrm>
            <a:solidFill>
              <a:schemeClr val="bg1"/>
            </a:solidFill>
          </p:grpSpPr>
          <p:sp>
            <p:nvSpPr>
              <p:cNvPr id="41" name="Freeform 111"/>
              <p:cNvSpPr>
                <a:spLocks noEditPoints="1"/>
              </p:cNvSpPr>
              <p:nvPr/>
            </p:nvSpPr>
            <p:spPr bwMode="auto">
              <a:xfrm>
                <a:off x="8164513" y="7335838"/>
                <a:ext cx="334963" cy="241300"/>
              </a:xfrm>
              <a:custGeom>
                <a:avLst/>
                <a:gdLst>
                  <a:gd name="T0" fmla="*/ 30 w 89"/>
                  <a:gd name="T1" fmla="*/ 0 h 64"/>
                  <a:gd name="T2" fmla="*/ 10 w 89"/>
                  <a:gd name="T3" fmla="*/ 0 h 64"/>
                  <a:gd name="T4" fmla="*/ 10 w 89"/>
                  <a:gd name="T5" fmla="*/ 6 h 64"/>
                  <a:gd name="T6" fmla="*/ 0 w 89"/>
                  <a:gd name="T7" fmla="*/ 6 h 64"/>
                  <a:gd name="T8" fmla="*/ 0 w 89"/>
                  <a:gd name="T9" fmla="*/ 64 h 64"/>
                  <a:gd name="T10" fmla="*/ 89 w 89"/>
                  <a:gd name="T11" fmla="*/ 64 h 64"/>
                  <a:gd name="T12" fmla="*/ 89 w 89"/>
                  <a:gd name="T13" fmla="*/ 6 h 64"/>
                  <a:gd name="T14" fmla="*/ 30 w 89"/>
                  <a:gd name="T15" fmla="*/ 6 h 64"/>
                  <a:gd name="T16" fmla="*/ 30 w 89"/>
                  <a:gd name="T17" fmla="*/ 0 h 64"/>
                  <a:gd name="T18" fmla="*/ 59 w 89"/>
                  <a:gd name="T19" fmla="*/ 15 h 64"/>
                  <a:gd name="T20" fmla="*/ 79 w 89"/>
                  <a:gd name="T21" fmla="*/ 35 h 64"/>
                  <a:gd name="T22" fmla="*/ 59 w 89"/>
                  <a:gd name="T23" fmla="*/ 55 h 64"/>
                  <a:gd name="T24" fmla="*/ 39 w 89"/>
                  <a:gd name="T25" fmla="*/ 35 h 64"/>
                  <a:gd name="T26" fmla="*/ 59 w 89"/>
                  <a:gd name="T27" fmla="*/ 15 h 64"/>
                  <a:gd name="T28" fmla="*/ 30 w 89"/>
                  <a:gd name="T29" fmla="*/ 25 h 64"/>
                  <a:gd name="T30" fmla="*/ 10 w 89"/>
                  <a:gd name="T31" fmla="*/ 25 h 64"/>
                  <a:gd name="T32" fmla="*/ 10 w 89"/>
                  <a:gd name="T33" fmla="*/ 15 h 64"/>
                  <a:gd name="T34" fmla="*/ 30 w 89"/>
                  <a:gd name="T35" fmla="*/ 15 h 64"/>
                  <a:gd name="T36" fmla="*/ 30 w 89"/>
                  <a:gd name="T37" fmla="*/ 25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89" h="64">
                    <a:moveTo>
                      <a:pt x="30" y="0"/>
                    </a:moveTo>
                    <a:cubicBezTo>
                      <a:pt x="10" y="0"/>
                      <a:pt x="10" y="0"/>
                      <a:pt x="10" y="0"/>
                    </a:cubicBezTo>
                    <a:cubicBezTo>
                      <a:pt x="10" y="6"/>
                      <a:pt x="10" y="6"/>
                      <a:pt x="1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64"/>
                      <a:pt x="0" y="64"/>
                      <a:pt x="0" y="64"/>
                    </a:cubicBezTo>
                    <a:cubicBezTo>
                      <a:pt x="89" y="64"/>
                      <a:pt x="89" y="64"/>
                      <a:pt x="89" y="64"/>
                    </a:cubicBezTo>
                    <a:cubicBezTo>
                      <a:pt x="89" y="6"/>
                      <a:pt x="89" y="6"/>
                      <a:pt x="89" y="6"/>
                    </a:cubicBezTo>
                    <a:cubicBezTo>
                      <a:pt x="30" y="6"/>
                      <a:pt x="30" y="6"/>
                      <a:pt x="30" y="6"/>
                    </a:cubicBezTo>
                    <a:lnTo>
                      <a:pt x="30" y="0"/>
                    </a:lnTo>
                    <a:close/>
                    <a:moveTo>
                      <a:pt x="59" y="15"/>
                    </a:moveTo>
                    <a:cubicBezTo>
                      <a:pt x="70" y="15"/>
                      <a:pt x="79" y="24"/>
                      <a:pt x="79" y="35"/>
                    </a:cubicBezTo>
                    <a:cubicBezTo>
                      <a:pt x="79" y="46"/>
                      <a:pt x="70" y="55"/>
                      <a:pt x="59" y="55"/>
                    </a:cubicBezTo>
                    <a:cubicBezTo>
                      <a:pt x="48" y="55"/>
                      <a:pt x="39" y="46"/>
                      <a:pt x="39" y="35"/>
                    </a:cubicBezTo>
                    <a:cubicBezTo>
                      <a:pt x="39" y="24"/>
                      <a:pt x="48" y="15"/>
                      <a:pt x="59" y="15"/>
                    </a:cubicBezTo>
                    <a:close/>
                    <a:moveTo>
                      <a:pt x="30" y="25"/>
                    </a:moveTo>
                    <a:cubicBezTo>
                      <a:pt x="10" y="25"/>
                      <a:pt x="10" y="25"/>
                      <a:pt x="10" y="25"/>
                    </a:cubicBezTo>
                    <a:cubicBezTo>
                      <a:pt x="10" y="15"/>
                      <a:pt x="10" y="15"/>
                      <a:pt x="10" y="15"/>
                    </a:cubicBezTo>
                    <a:cubicBezTo>
                      <a:pt x="30" y="15"/>
                      <a:pt x="30" y="15"/>
                      <a:pt x="30" y="15"/>
                    </a:cubicBezTo>
                    <a:lnTo>
                      <a:pt x="30" y="2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446"/>
                <a:endParaRPr lang="id-ID" sz="1800">
                  <a:solidFill>
                    <a:prstClr val="black"/>
                  </a:solidFill>
                </a:endParaRPr>
              </a:p>
            </p:txBody>
          </p:sp>
          <p:sp>
            <p:nvSpPr>
              <p:cNvPr id="42" name="Oval 112"/>
              <p:cNvSpPr>
                <a:spLocks noChangeArrowheads="1"/>
              </p:cNvSpPr>
              <p:nvPr/>
            </p:nvSpPr>
            <p:spPr bwMode="auto">
              <a:xfrm>
                <a:off x="8348663" y="7431088"/>
                <a:ext cx="74613" cy="7461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446"/>
                <a:endParaRPr lang="id-ID" sz="1800">
                  <a:solidFill>
                    <a:prstClr val="black"/>
                  </a:solidFill>
                </a:endParaRPr>
              </a:p>
            </p:txBody>
          </p:sp>
          <p:sp>
            <p:nvSpPr>
              <p:cNvPr id="43" name="Freeform 113"/>
              <p:cNvSpPr>
                <a:spLocks/>
              </p:cNvSpPr>
              <p:nvPr/>
            </p:nvSpPr>
            <p:spPr bwMode="auto">
              <a:xfrm>
                <a:off x="8348663" y="7223125"/>
                <a:ext cx="296863" cy="307975"/>
              </a:xfrm>
              <a:custGeom>
                <a:avLst/>
                <a:gdLst>
                  <a:gd name="T0" fmla="*/ 26 w 187"/>
                  <a:gd name="T1" fmla="*/ 0 h 194"/>
                  <a:gd name="T2" fmla="*/ 0 w 187"/>
                  <a:gd name="T3" fmla="*/ 62 h 194"/>
                  <a:gd name="T4" fmla="*/ 21 w 187"/>
                  <a:gd name="T5" fmla="*/ 62 h 194"/>
                  <a:gd name="T6" fmla="*/ 35 w 187"/>
                  <a:gd name="T7" fmla="*/ 26 h 194"/>
                  <a:gd name="T8" fmla="*/ 161 w 187"/>
                  <a:gd name="T9" fmla="*/ 81 h 194"/>
                  <a:gd name="T10" fmla="*/ 123 w 187"/>
                  <a:gd name="T11" fmla="*/ 168 h 194"/>
                  <a:gd name="T12" fmla="*/ 116 w 187"/>
                  <a:gd name="T13" fmla="*/ 164 h 194"/>
                  <a:gd name="T14" fmla="*/ 116 w 187"/>
                  <a:gd name="T15" fmla="*/ 187 h 194"/>
                  <a:gd name="T16" fmla="*/ 135 w 187"/>
                  <a:gd name="T17" fmla="*/ 194 h 194"/>
                  <a:gd name="T18" fmla="*/ 187 w 187"/>
                  <a:gd name="T19" fmla="*/ 69 h 194"/>
                  <a:gd name="T20" fmla="*/ 26 w 187"/>
                  <a:gd name="T21" fmla="*/ 0 h 1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87" h="194">
                    <a:moveTo>
                      <a:pt x="26" y="0"/>
                    </a:moveTo>
                    <a:lnTo>
                      <a:pt x="0" y="62"/>
                    </a:lnTo>
                    <a:lnTo>
                      <a:pt x="21" y="62"/>
                    </a:lnTo>
                    <a:lnTo>
                      <a:pt x="35" y="26"/>
                    </a:lnTo>
                    <a:lnTo>
                      <a:pt x="161" y="81"/>
                    </a:lnTo>
                    <a:lnTo>
                      <a:pt x="123" y="168"/>
                    </a:lnTo>
                    <a:lnTo>
                      <a:pt x="116" y="164"/>
                    </a:lnTo>
                    <a:lnTo>
                      <a:pt x="116" y="187"/>
                    </a:lnTo>
                    <a:lnTo>
                      <a:pt x="135" y="194"/>
                    </a:lnTo>
                    <a:lnTo>
                      <a:pt x="187" y="69"/>
                    </a:lnTo>
                    <a:lnTo>
                      <a:pt x="26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446"/>
                <a:endParaRPr lang="id-ID" sz="1800">
                  <a:solidFill>
                    <a:prstClr val="black"/>
                  </a:solidFill>
                </a:endParaRPr>
              </a:p>
            </p:txBody>
          </p:sp>
        </p:grpSp>
      </p:grpSp>
      <p:sp>
        <p:nvSpPr>
          <p:cNvPr id="47" name="Title 1"/>
          <p:cNvSpPr>
            <a:spLocks noGrp="1"/>
          </p:cNvSpPr>
          <p:nvPr>
            <p:ph type="title" hasCustomPrompt="1"/>
          </p:nvPr>
        </p:nvSpPr>
        <p:spPr>
          <a:xfrm>
            <a:off x="5852160" y="381000"/>
            <a:ext cx="4998720" cy="609600"/>
          </a:xfrm>
          <a:noFill/>
          <a:ln>
            <a:noFill/>
          </a:ln>
        </p:spPr>
        <p:txBody>
          <a:bodyPr lIns="91440"/>
          <a:lstStyle/>
          <a:p>
            <a:r>
              <a:rPr lang="en-US" dirty="0"/>
              <a:t>Click to edit title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195364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50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47" grpId="0"/>
    </p:bldLst>
  </p:timing>
  <p:extLst>
    <p:ext uri="{DCECCB84-F9BA-43D5-87BE-67443E8EF086}">
      <p15:sldGuideLst xmlns:p15="http://schemas.microsoft.com/office/powerpoint/2012/main">
        <p15:guide id="1" orient="horz" pos="3240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Portfoli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icture Placeholder 30"/>
          <p:cNvSpPr>
            <a:spLocks noGrp="1"/>
          </p:cNvSpPr>
          <p:nvPr>
            <p:ph type="pic" sz="quarter" idx="14"/>
          </p:nvPr>
        </p:nvSpPr>
        <p:spPr>
          <a:xfrm>
            <a:off x="5120640" y="1356360"/>
            <a:ext cx="3657600" cy="3901440"/>
          </a:xfrm>
          <a:custGeom>
            <a:avLst/>
            <a:gdLst>
              <a:gd name="connsiteX0" fmla="*/ 0 w 4914900"/>
              <a:gd name="connsiteY0" fmla="*/ 0 h 5669280"/>
              <a:gd name="connsiteX1" fmla="*/ 4914900 w 4914900"/>
              <a:gd name="connsiteY1" fmla="*/ 0 h 5669280"/>
              <a:gd name="connsiteX2" fmla="*/ 3497580 w 4914900"/>
              <a:gd name="connsiteY2" fmla="*/ 5669280 h 5669280"/>
              <a:gd name="connsiteX3" fmla="*/ 0 w 4914900"/>
              <a:gd name="connsiteY3" fmla="*/ 5669280 h 5669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14900" h="5669280">
                <a:moveTo>
                  <a:pt x="0" y="0"/>
                </a:moveTo>
                <a:lnTo>
                  <a:pt x="4914900" y="0"/>
                </a:lnTo>
                <a:lnTo>
                  <a:pt x="3497580" y="5669280"/>
                </a:lnTo>
                <a:lnTo>
                  <a:pt x="0" y="5669280"/>
                </a:lnTo>
                <a:close/>
              </a:path>
            </a:pathLst>
          </a:custGeom>
          <a:ln w="38100">
            <a:solidFill>
              <a:schemeClr val="accent6"/>
            </a:solidFill>
          </a:ln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600"/>
            </a:lvl1pPr>
          </a:lstStyle>
          <a:p>
            <a:endParaRPr lang="id-ID" dirty="0"/>
          </a:p>
        </p:txBody>
      </p:sp>
      <p:sp>
        <p:nvSpPr>
          <p:cNvPr id="32" name="Picture Placeholder 31"/>
          <p:cNvSpPr>
            <a:spLocks noGrp="1"/>
          </p:cNvSpPr>
          <p:nvPr>
            <p:ph type="pic" sz="quarter" idx="16"/>
          </p:nvPr>
        </p:nvSpPr>
        <p:spPr>
          <a:xfrm>
            <a:off x="7721600" y="1356360"/>
            <a:ext cx="3820160" cy="3901440"/>
          </a:xfrm>
          <a:custGeom>
            <a:avLst/>
            <a:gdLst>
              <a:gd name="connsiteX0" fmla="*/ 1570958 w 5698427"/>
              <a:gd name="connsiteY0" fmla="*/ 0 h 5669280"/>
              <a:gd name="connsiteX1" fmla="*/ 5698427 w 5698427"/>
              <a:gd name="connsiteY1" fmla="*/ 0 h 5669280"/>
              <a:gd name="connsiteX2" fmla="*/ 5698427 w 5698427"/>
              <a:gd name="connsiteY2" fmla="*/ 5669280 h 5669280"/>
              <a:gd name="connsiteX3" fmla="*/ 0 w 5698427"/>
              <a:gd name="connsiteY3" fmla="*/ 5669280 h 5669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98427" h="5669280">
                <a:moveTo>
                  <a:pt x="1570958" y="0"/>
                </a:moveTo>
                <a:lnTo>
                  <a:pt x="5698427" y="0"/>
                </a:lnTo>
                <a:lnTo>
                  <a:pt x="5698427" y="5669280"/>
                </a:lnTo>
                <a:lnTo>
                  <a:pt x="0" y="5669280"/>
                </a:lnTo>
                <a:close/>
              </a:path>
            </a:pathLst>
          </a:custGeom>
          <a:ln w="38100">
            <a:solidFill>
              <a:schemeClr val="accent6"/>
            </a:solidFill>
          </a:ln>
        </p:spPr>
        <p:txBody>
          <a:bodyPr wrap="square" anchor="ctr" anchorCtr="0">
            <a:noAutofit/>
          </a:bodyPr>
          <a:lstStyle>
            <a:lvl1pPr marL="0" marR="0" indent="0" algn="ctr" defTabSz="914446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endParaRPr lang="id-ID" dirty="0"/>
          </a:p>
        </p:txBody>
      </p:sp>
      <p:sp>
        <p:nvSpPr>
          <p:cNvPr id="30" name="Rectangle 29"/>
          <p:cNvSpPr/>
          <p:nvPr userDrawn="1"/>
        </p:nvSpPr>
        <p:spPr>
          <a:xfrm>
            <a:off x="12100560" y="0"/>
            <a:ext cx="91440" cy="6858000"/>
          </a:xfrm>
          <a:prstGeom prst="rect">
            <a:avLst/>
          </a:prstGeom>
          <a:solidFill>
            <a:schemeClr val="accent3">
              <a:alpha val="7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46"/>
            <a:endParaRPr lang="id-ID" sz="1800">
              <a:solidFill>
                <a:prstClr val="white"/>
              </a:solidFill>
            </a:endParaRPr>
          </a:p>
        </p:txBody>
      </p:sp>
      <p:sp>
        <p:nvSpPr>
          <p:cNvPr id="23" name="Rectangle 22"/>
          <p:cNvSpPr/>
          <p:nvPr userDrawn="1"/>
        </p:nvSpPr>
        <p:spPr>
          <a:xfrm>
            <a:off x="1" y="0"/>
            <a:ext cx="451103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46"/>
            <a:endParaRPr lang="id-ID" sz="1800">
              <a:solidFill>
                <a:prstClr val="white"/>
              </a:solidFill>
            </a:endParaRPr>
          </a:p>
        </p:txBody>
      </p:sp>
      <p:sp>
        <p:nvSpPr>
          <p:cNvPr id="24" name="Rectangle 23"/>
          <p:cNvSpPr/>
          <p:nvPr userDrawn="1"/>
        </p:nvSpPr>
        <p:spPr>
          <a:xfrm>
            <a:off x="0" y="0"/>
            <a:ext cx="48768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46"/>
            <a:endParaRPr lang="id-ID" sz="1800">
              <a:solidFill>
                <a:prstClr val="white"/>
              </a:solidFill>
            </a:endParaRPr>
          </a:p>
        </p:txBody>
      </p:sp>
      <p:grpSp>
        <p:nvGrpSpPr>
          <p:cNvPr id="25" name="Group 24"/>
          <p:cNvGrpSpPr>
            <a:grpSpLocks noChangeAspect="1"/>
          </p:cNvGrpSpPr>
          <p:nvPr userDrawn="1"/>
        </p:nvGrpSpPr>
        <p:grpSpPr>
          <a:xfrm>
            <a:off x="1036319" y="441960"/>
            <a:ext cx="2926080" cy="2924251"/>
            <a:chOff x="6949416" y="2948916"/>
            <a:chExt cx="4389120" cy="4389120"/>
          </a:xfrm>
        </p:grpSpPr>
        <p:sp>
          <p:nvSpPr>
            <p:cNvPr id="26" name="Oval 25"/>
            <p:cNvSpPr>
              <a:spLocks noChangeAspect="1"/>
            </p:cNvSpPr>
            <p:nvPr userDrawn="1"/>
          </p:nvSpPr>
          <p:spPr>
            <a:xfrm>
              <a:off x="6949416" y="2948916"/>
              <a:ext cx="4389120" cy="4389120"/>
            </a:xfrm>
            <a:prstGeom prst="ellipse">
              <a:avLst/>
            </a:prstGeom>
            <a:solidFill>
              <a:schemeClr val="accent5"/>
            </a:solidFill>
            <a:ln w="1905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46"/>
              <a:endParaRPr lang="id-ID" sz="1800">
                <a:solidFill>
                  <a:prstClr val="white"/>
                </a:solidFill>
              </a:endParaRPr>
            </a:p>
          </p:txBody>
        </p:sp>
        <p:sp>
          <p:nvSpPr>
            <p:cNvPr id="27" name="Oval 26"/>
            <p:cNvSpPr>
              <a:spLocks noChangeAspect="1"/>
            </p:cNvSpPr>
            <p:nvPr userDrawn="1"/>
          </p:nvSpPr>
          <p:spPr>
            <a:xfrm>
              <a:off x="7132342" y="3131842"/>
              <a:ext cx="4023360" cy="4023360"/>
            </a:xfrm>
            <a:prstGeom prst="ellipse">
              <a:avLst/>
            </a:prstGeom>
            <a:solidFill>
              <a:schemeClr val="accent6"/>
            </a:solidFill>
            <a:ln w="152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46"/>
              <a:endParaRPr lang="id-ID" sz="1800">
                <a:solidFill>
                  <a:prstClr val="white"/>
                </a:solidFill>
              </a:endParaRPr>
            </a:p>
          </p:txBody>
        </p:sp>
      </p:grpSp>
      <p:sp>
        <p:nvSpPr>
          <p:cNvPr id="28" name="Picture Placeholder 24"/>
          <p:cNvSpPr>
            <a:spLocks noGrp="1" noChangeAspect="1"/>
          </p:cNvSpPr>
          <p:nvPr>
            <p:ph type="pic" sz="quarter" idx="11"/>
          </p:nvPr>
        </p:nvSpPr>
        <p:spPr>
          <a:xfrm>
            <a:off x="1219199" y="623925"/>
            <a:ext cx="2560320" cy="2560320"/>
          </a:xfrm>
          <a:custGeom>
            <a:avLst/>
            <a:gdLst>
              <a:gd name="connsiteX0" fmla="*/ 1769315 w 3840479"/>
              <a:gd name="connsiteY0" fmla="*/ 0 h 3832859"/>
              <a:gd name="connsiteX1" fmla="*/ 2071163 w 3840479"/>
              <a:gd name="connsiteY1" fmla="*/ 0 h 3832859"/>
              <a:gd name="connsiteX2" fmla="*/ 2116572 w 3840479"/>
              <a:gd name="connsiteY2" fmla="*/ 2293 h 3832859"/>
              <a:gd name="connsiteX3" fmla="*/ 3840479 w 3840479"/>
              <a:gd name="connsiteY3" fmla="*/ 1912619 h 3832859"/>
              <a:gd name="connsiteX4" fmla="*/ 1920239 w 3840479"/>
              <a:gd name="connsiteY4" fmla="*/ 3832859 h 3832859"/>
              <a:gd name="connsiteX5" fmla="*/ 9913 w 3840479"/>
              <a:gd name="connsiteY5" fmla="*/ 2108953 h 3832859"/>
              <a:gd name="connsiteX6" fmla="*/ 0 w 3840479"/>
              <a:gd name="connsiteY6" fmla="*/ 1912639 h 3832859"/>
              <a:gd name="connsiteX7" fmla="*/ 0 w 3840479"/>
              <a:gd name="connsiteY7" fmla="*/ 1912600 h 3832859"/>
              <a:gd name="connsiteX8" fmla="*/ 9913 w 3840479"/>
              <a:gd name="connsiteY8" fmla="*/ 1716286 h 3832859"/>
              <a:gd name="connsiteX9" fmla="*/ 1723906 w 3840479"/>
              <a:gd name="connsiteY9" fmla="*/ 2293 h 3832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840479" h="3832859">
                <a:moveTo>
                  <a:pt x="1769315" y="0"/>
                </a:moveTo>
                <a:lnTo>
                  <a:pt x="2071163" y="0"/>
                </a:lnTo>
                <a:lnTo>
                  <a:pt x="2116572" y="2293"/>
                </a:lnTo>
                <a:cubicBezTo>
                  <a:pt x="3084865" y="100629"/>
                  <a:pt x="3840479" y="918383"/>
                  <a:pt x="3840479" y="1912619"/>
                </a:cubicBezTo>
                <a:cubicBezTo>
                  <a:pt x="3840479" y="2973138"/>
                  <a:pt x="2980758" y="3832859"/>
                  <a:pt x="1920239" y="3832859"/>
                </a:cubicBezTo>
                <a:cubicBezTo>
                  <a:pt x="926003" y="3832859"/>
                  <a:pt x="108249" y="3077245"/>
                  <a:pt x="9913" y="2108953"/>
                </a:cubicBezTo>
                <a:lnTo>
                  <a:pt x="0" y="1912639"/>
                </a:lnTo>
                <a:lnTo>
                  <a:pt x="0" y="1912600"/>
                </a:lnTo>
                <a:lnTo>
                  <a:pt x="9913" y="1716286"/>
                </a:lnTo>
                <a:cubicBezTo>
                  <a:pt x="101693" y="812546"/>
                  <a:pt x="820166" y="94073"/>
                  <a:pt x="1723906" y="2293"/>
                </a:cubicBez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600"/>
            </a:lvl1pPr>
          </a:lstStyle>
          <a:p>
            <a:endParaRPr lang="id-ID" dirty="0"/>
          </a:p>
        </p:txBody>
      </p:sp>
      <p:sp>
        <p:nvSpPr>
          <p:cNvPr id="58" name="Text Placeholder 16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60" y="5562600"/>
            <a:ext cx="3169920" cy="30480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467" b="1">
                <a:latin typeface="+mj-lt"/>
              </a:defRPr>
            </a:lvl1pPr>
            <a:lvl2pPr marL="457223" indent="0">
              <a:buFont typeface="Arial" panose="020B0604020202020204" pitchFamily="34" charset="0"/>
              <a:buNone/>
              <a:defRPr sz="1333"/>
            </a:lvl2pPr>
            <a:lvl3pPr marL="914446" indent="0">
              <a:buFont typeface="Arial" panose="020B0604020202020204" pitchFamily="34" charset="0"/>
              <a:buNone/>
              <a:defRPr sz="1333"/>
            </a:lvl3pPr>
            <a:lvl4pPr marL="1371669" indent="0">
              <a:buFont typeface="Arial" panose="020B0604020202020204" pitchFamily="34" charset="0"/>
              <a:buNone/>
              <a:defRPr sz="1333"/>
            </a:lvl4pPr>
            <a:lvl5pPr marL="1828891" indent="0">
              <a:buFont typeface="Arial" panose="020B0604020202020204" pitchFamily="34" charset="0"/>
              <a:buNone/>
              <a:defRPr sz="1333"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59" name="Text Placeholder 16"/>
          <p:cNvSpPr>
            <a:spLocks noGrp="1"/>
          </p:cNvSpPr>
          <p:nvPr>
            <p:ph type="body" sz="quarter" idx="15" hasCustomPrompt="1"/>
          </p:nvPr>
        </p:nvSpPr>
        <p:spPr>
          <a:xfrm>
            <a:off x="5547360" y="5867400"/>
            <a:ext cx="6014720" cy="60960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333"/>
            </a:lvl1pPr>
            <a:lvl2pPr marL="457223" indent="0">
              <a:buFont typeface="Arial" panose="020B0604020202020204" pitchFamily="34" charset="0"/>
              <a:buNone/>
              <a:defRPr sz="1333"/>
            </a:lvl2pPr>
            <a:lvl3pPr marL="914446" indent="0">
              <a:buFont typeface="Arial" panose="020B0604020202020204" pitchFamily="34" charset="0"/>
              <a:buNone/>
              <a:defRPr sz="1333"/>
            </a:lvl3pPr>
            <a:lvl4pPr marL="1371669" indent="0">
              <a:buFont typeface="Arial" panose="020B0604020202020204" pitchFamily="34" charset="0"/>
              <a:buNone/>
              <a:defRPr sz="1333"/>
            </a:lvl4pPr>
            <a:lvl5pPr marL="1828891" indent="0">
              <a:buFont typeface="Arial" panose="020B0604020202020204" pitchFamily="34" charset="0"/>
              <a:buNone/>
              <a:defRPr sz="1333"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grpSp>
        <p:nvGrpSpPr>
          <p:cNvPr id="60" name="Group 59"/>
          <p:cNvGrpSpPr>
            <a:grpSpLocks noChangeAspect="1"/>
          </p:cNvGrpSpPr>
          <p:nvPr userDrawn="1"/>
        </p:nvGrpSpPr>
        <p:grpSpPr>
          <a:xfrm>
            <a:off x="5059680" y="381000"/>
            <a:ext cx="611128" cy="609600"/>
            <a:chOff x="7680960" y="617220"/>
            <a:chExt cx="1097280" cy="1097280"/>
          </a:xfrm>
        </p:grpSpPr>
        <p:grpSp>
          <p:nvGrpSpPr>
            <p:cNvPr id="61" name="Group 60"/>
            <p:cNvGrpSpPr/>
            <p:nvPr/>
          </p:nvGrpSpPr>
          <p:grpSpPr>
            <a:xfrm>
              <a:off x="7680960" y="617220"/>
              <a:ext cx="1097280" cy="1097280"/>
              <a:chOff x="8366760" y="2720340"/>
              <a:chExt cx="1097280" cy="1097280"/>
            </a:xfrm>
          </p:grpSpPr>
          <p:sp>
            <p:nvSpPr>
              <p:cNvPr id="66" name="Oval 65"/>
              <p:cNvSpPr>
                <a:spLocks noChangeAspect="1"/>
              </p:cNvSpPr>
              <p:nvPr userDrawn="1"/>
            </p:nvSpPr>
            <p:spPr>
              <a:xfrm>
                <a:off x="8366760" y="2720340"/>
                <a:ext cx="1097280" cy="1097280"/>
              </a:xfrm>
              <a:prstGeom prst="ellipse">
                <a:avLst/>
              </a:prstGeom>
              <a:solidFill>
                <a:schemeClr val="accent5"/>
              </a:solidFill>
              <a:ln w="1905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446"/>
                <a:endParaRPr lang="id-ID" sz="1800">
                  <a:solidFill>
                    <a:prstClr val="white"/>
                  </a:solidFill>
                </a:endParaRPr>
              </a:p>
            </p:txBody>
          </p:sp>
          <p:sp>
            <p:nvSpPr>
              <p:cNvPr id="67" name="Oval 66"/>
              <p:cNvSpPr>
                <a:spLocks noChangeAspect="1"/>
              </p:cNvSpPr>
              <p:nvPr userDrawn="1"/>
            </p:nvSpPr>
            <p:spPr>
              <a:xfrm>
                <a:off x="8412480" y="2766060"/>
                <a:ext cx="1005840" cy="1005840"/>
              </a:xfrm>
              <a:prstGeom prst="ellipse">
                <a:avLst/>
              </a:prstGeom>
              <a:solidFill>
                <a:schemeClr val="accent6"/>
              </a:solidFill>
              <a:ln w="152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446"/>
                <a:endParaRPr lang="id-ID" sz="1800">
                  <a:solidFill>
                    <a:prstClr val="white"/>
                  </a:solidFill>
                </a:endParaRPr>
              </a:p>
            </p:txBody>
          </p:sp>
          <p:sp>
            <p:nvSpPr>
              <p:cNvPr id="68" name="Oval 67"/>
              <p:cNvSpPr>
                <a:spLocks noChangeAspect="1"/>
              </p:cNvSpPr>
              <p:nvPr/>
            </p:nvSpPr>
            <p:spPr>
              <a:xfrm>
                <a:off x="8458200" y="2811780"/>
                <a:ext cx="914400" cy="914400"/>
              </a:xfrm>
              <a:prstGeom prst="ellipse">
                <a:avLst/>
              </a:prstGeom>
              <a:solidFill>
                <a:schemeClr val="accent3"/>
              </a:solidFill>
              <a:ln w="152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446"/>
                <a:endParaRPr lang="id-ID" sz="1800">
                  <a:solidFill>
                    <a:prstClr val="white"/>
                  </a:solidFill>
                </a:endParaRPr>
              </a:p>
            </p:txBody>
          </p:sp>
        </p:grpSp>
        <p:grpSp>
          <p:nvGrpSpPr>
            <p:cNvPr id="62" name="Group 61"/>
            <p:cNvGrpSpPr>
              <a:grpSpLocks noChangeAspect="1"/>
            </p:cNvGrpSpPr>
            <p:nvPr userDrawn="1"/>
          </p:nvGrpSpPr>
          <p:grpSpPr>
            <a:xfrm>
              <a:off x="7989092" y="937260"/>
              <a:ext cx="548640" cy="403785"/>
              <a:chOff x="8164513" y="7223125"/>
              <a:chExt cx="481013" cy="354013"/>
            </a:xfrm>
            <a:solidFill>
              <a:schemeClr val="bg1"/>
            </a:solidFill>
          </p:grpSpPr>
          <p:sp>
            <p:nvSpPr>
              <p:cNvPr id="63" name="Freeform 111"/>
              <p:cNvSpPr>
                <a:spLocks noEditPoints="1"/>
              </p:cNvSpPr>
              <p:nvPr/>
            </p:nvSpPr>
            <p:spPr bwMode="auto">
              <a:xfrm>
                <a:off x="8164513" y="7335838"/>
                <a:ext cx="334963" cy="241300"/>
              </a:xfrm>
              <a:custGeom>
                <a:avLst/>
                <a:gdLst>
                  <a:gd name="T0" fmla="*/ 30 w 89"/>
                  <a:gd name="T1" fmla="*/ 0 h 64"/>
                  <a:gd name="T2" fmla="*/ 10 w 89"/>
                  <a:gd name="T3" fmla="*/ 0 h 64"/>
                  <a:gd name="T4" fmla="*/ 10 w 89"/>
                  <a:gd name="T5" fmla="*/ 6 h 64"/>
                  <a:gd name="T6" fmla="*/ 0 w 89"/>
                  <a:gd name="T7" fmla="*/ 6 h 64"/>
                  <a:gd name="T8" fmla="*/ 0 w 89"/>
                  <a:gd name="T9" fmla="*/ 64 h 64"/>
                  <a:gd name="T10" fmla="*/ 89 w 89"/>
                  <a:gd name="T11" fmla="*/ 64 h 64"/>
                  <a:gd name="T12" fmla="*/ 89 w 89"/>
                  <a:gd name="T13" fmla="*/ 6 h 64"/>
                  <a:gd name="T14" fmla="*/ 30 w 89"/>
                  <a:gd name="T15" fmla="*/ 6 h 64"/>
                  <a:gd name="T16" fmla="*/ 30 w 89"/>
                  <a:gd name="T17" fmla="*/ 0 h 64"/>
                  <a:gd name="T18" fmla="*/ 59 w 89"/>
                  <a:gd name="T19" fmla="*/ 15 h 64"/>
                  <a:gd name="T20" fmla="*/ 79 w 89"/>
                  <a:gd name="T21" fmla="*/ 35 h 64"/>
                  <a:gd name="T22" fmla="*/ 59 w 89"/>
                  <a:gd name="T23" fmla="*/ 55 h 64"/>
                  <a:gd name="T24" fmla="*/ 39 w 89"/>
                  <a:gd name="T25" fmla="*/ 35 h 64"/>
                  <a:gd name="T26" fmla="*/ 59 w 89"/>
                  <a:gd name="T27" fmla="*/ 15 h 64"/>
                  <a:gd name="T28" fmla="*/ 30 w 89"/>
                  <a:gd name="T29" fmla="*/ 25 h 64"/>
                  <a:gd name="T30" fmla="*/ 10 w 89"/>
                  <a:gd name="T31" fmla="*/ 25 h 64"/>
                  <a:gd name="T32" fmla="*/ 10 w 89"/>
                  <a:gd name="T33" fmla="*/ 15 h 64"/>
                  <a:gd name="T34" fmla="*/ 30 w 89"/>
                  <a:gd name="T35" fmla="*/ 15 h 64"/>
                  <a:gd name="T36" fmla="*/ 30 w 89"/>
                  <a:gd name="T37" fmla="*/ 25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89" h="64">
                    <a:moveTo>
                      <a:pt x="30" y="0"/>
                    </a:moveTo>
                    <a:cubicBezTo>
                      <a:pt x="10" y="0"/>
                      <a:pt x="10" y="0"/>
                      <a:pt x="10" y="0"/>
                    </a:cubicBezTo>
                    <a:cubicBezTo>
                      <a:pt x="10" y="6"/>
                      <a:pt x="10" y="6"/>
                      <a:pt x="1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64"/>
                      <a:pt x="0" y="64"/>
                      <a:pt x="0" y="64"/>
                    </a:cubicBezTo>
                    <a:cubicBezTo>
                      <a:pt x="89" y="64"/>
                      <a:pt x="89" y="64"/>
                      <a:pt x="89" y="64"/>
                    </a:cubicBezTo>
                    <a:cubicBezTo>
                      <a:pt x="89" y="6"/>
                      <a:pt x="89" y="6"/>
                      <a:pt x="89" y="6"/>
                    </a:cubicBezTo>
                    <a:cubicBezTo>
                      <a:pt x="30" y="6"/>
                      <a:pt x="30" y="6"/>
                      <a:pt x="30" y="6"/>
                    </a:cubicBezTo>
                    <a:lnTo>
                      <a:pt x="30" y="0"/>
                    </a:lnTo>
                    <a:close/>
                    <a:moveTo>
                      <a:pt x="59" y="15"/>
                    </a:moveTo>
                    <a:cubicBezTo>
                      <a:pt x="70" y="15"/>
                      <a:pt x="79" y="24"/>
                      <a:pt x="79" y="35"/>
                    </a:cubicBezTo>
                    <a:cubicBezTo>
                      <a:pt x="79" y="46"/>
                      <a:pt x="70" y="55"/>
                      <a:pt x="59" y="55"/>
                    </a:cubicBezTo>
                    <a:cubicBezTo>
                      <a:pt x="48" y="55"/>
                      <a:pt x="39" y="46"/>
                      <a:pt x="39" y="35"/>
                    </a:cubicBezTo>
                    <a:cubicBezTo>
                      <a:pt x="39" y="24"/>
                      <a:pt x="48" y="15"/>
                      <a:pt x="59" y="15"/>
                    </a:cubicBezTo>
                    <a:close/>
                    <a:moveTo>
                      <a:pt x="30" y="25"/>
                    </a:moveTo>
                    <a:cubicBezTo>
                      <a:pt x="10" y="25"/>
                      <a:pt x="10" y="25"/>
                      <a:pt x="10" y="25"/>
                    </a:cubicBezTo>
                    <a:cubicBezTo>
                      <a:pt x="10" y="15"/>
                      <a:pt x="10" y="15"/>
                      <a:pt x="10" y="15"/>
                    </a:cubicBezTo>
                    <a:cubicBezTo>
                      <a:pt x="30" y="15"/>
                      <a:pt x="30" y="15"/>
                      <a:pt x="30" y="15"/>
                    </a:cubicBezTo>
                    <a:lnTo>
                      <a:pt x="30" y="2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446"/>
                <a:endParaRPr lang="id-ID" sz="1800">
                  <a:solidFill>
                    <a:prstClr val="black"/>
                  </a:solidFill>
                </a:endParaRPr>
              </a:p>
            </p:txBody>
          </p:sp>
          <p:sp>
            <p:nvSpPr>
              <p:cNvPr id="64" name="Oval 112"/>
              <p:cNvSpPr>
                <a:spLocks noChangeArrowheads="1"/>
              </p:cNvSpPr>
              <p:nvPr/>
            </p:nvSpPr>
            <p:spPr bwMode="auto">
              <a:xfrm>
                <a:off x="8348663" y="7431088"/>
                <a:ext cx="74613" cy="7461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446"/>
                <a:endParaRPr lang="id-ID" sz="1800">
                  <a:solidFill>
                    <a:prstClr val="black"/>
                  </a:solidFill>
                </a:endParaRPr>
              </a:p>
            </p:txBody>
          </p:sp>
          <p:sp>
            <p:nvSpPr>
              <p:cNvPr id="65" name="Freeform 113"/>
              <p:cNvSpPr>
                <a:spLocks/>
              </p:cNvSpPr>
              <p:nvPr/>
            </p:nvSpPr>
            <p:spPr bwMode="auto">
              <a:xfrm>
                <a:off x="8348663" y="7223125"/>
                <a:ext cx="296863" cy="307975"/>
              </a:xfrm>
              <a:custGeom>
                <a:avLst/>
                <a:gdLst>
                  <a:gd name="T0" fmla="*/ 26 w 187"/>
                  <a:gd name="T1" fmla="*/ 0 h 194"/>
                  <a:gd name="T2" fmla="*/ 0 w 187"/>
                  <a:gd name="T3" fmla="*/ 62 h 194"/>
                  <a:gd name="T4" fmla="*/ 21 w 187"/>
                  <a:gd name="T5" fmla="*/ 62 h 194"/>
                  <a:gd name="T6" fmla="*/ 35 w 187"/>
                  <a:gd name="T7" fmla="*/ 26 h 194"/>
                  <a:gd name="T8" fmla="*/ 161 w 187"/>
                  <a:gd name="T9" fmla="*/ 81 h 194"/>
                  <a:gd name="T10" fmla="*/ 123 w 187"/>
                  <a:gd name="T11" fmla="*/ 168 h 194"/>
                  <a:gd name="T12" fmla="*/ 116 w 187"/>
                  <a:gd name="T13" fmla="*/ 164 h 194"/>
                  <a:gd name="T14" fmla="*/ 116 w 187"/>
                  <a:gd name="T15" fmla="*/ 187 h 194"/>
                  <a:gd name="T16" fmla="*/ 135 w 187"/>
                  <a:gd name="T17" fmla="*/ 194 h 194"/>
                  <a:gd name="T18" fmla="*/ 187 w 187"/>
                  <a:gd name="T19" fmla="*/ 69 h 194"/>
                  <a:gd name="T20" fmla="*/ 26 w 187"/>
                  <a:gd name="T21" fmla="*/ 0 h 1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87" h="194">
                    <a:moveTo>
                      <a:pt x="26" y="0"/>
                    </a:moveTo>
                    <a:lnTo>
                      <a:pt x="0" y="62"/>
                    </a:lnTo>
                    <a:lnTo>
                      <a:pt x="21" y="62"/>
                    </a:lnTo>
                    <a:lnTo>
                      <a:pt x="35" y="26"/>
                    </a:lnTo>
                    <a:lnTo>
                      <a:pt x="161" y="81"/>
                    </a:lnTo>
                    <a:lnTo>
                      <a:pt x="123" y="168"/>
                    </a:lnTo>
                    <a:lnTo>
                      <a:pt x="116" y="164"/>
                    </a:lnTo>
                    <a:lnTo>
                      <a:pt x="116" y="187"/>
                    </a:lnTo>
                    <a:lnTo>
                      <a:pt x="135" y="194"/>
                    </a:lnTo>
                    <a:lnTo>
                      <a:pt x="187" y="69"/>
                    </a:lnTo>
                    <a:lnTo>
                      <a:pt x="26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446"/>
                <a:endParaRPr lang="id-ID" sz="1800">
                  <a:solidFill>
                    <a:prstClr val="black"/>
                  </a:solidFill>
                </a:endParaRPr>
              </a:p>
            </p:txBody>
          </p:sp>
        </p:grpSp>
      </p:grpSp>
      <p:sp>
        <p:nvSpPr>
          <p:cNvPr id="69" name="Title 1"/>
          <p:cNvSpPr>
            <a:spLocks noGrp="1"/>
          </p:cNvSpPr>
          <p:nvPr>
            <p:ph type="title" hasCustomPrompt="1"/>
          </p:nvPr>
        </p:nvSpPr>
        <p:spPr>
          <a:xfrm>
            <a:off x="5852160" y="381000"/>
            <a:ext cx="4998720" cy="609600"/>
          </a:xfrm>
          <a:noFill/>
          <a:ln>
            <a:noFill/>
          </a:ln>
        </p:spPr>
        <p:txBody>
          <a:bodyPr lIns="91440"/>
          <a:lstStyle/>
          <a:p>
            <a:r>
              <a:rPr lang="en-US" dirty="0"/>
              <a:t>Click to edit title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91124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50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2" grpId="0" animBg="1"/>
      <p:bldP spid="69" grpId="0"/>
    </p:bldLst>
  </p:timing>
  <p:extLst>
    <p:ext uri="{DCECCB84-F9BA-43D5-87BE-67443E8EF086}">
      <p15:sldGuideLst xmlns:p15="http://schemas.microsoft.com/office/powerpoint/2012/main">
        <p15:guide id="1" orient="horz" pos="3240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Portfoli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4"/>
          </p:nvPr>
        </p:nvSpPr>
        <p:spPr>
          <a:xfrm>
            <a:off x="5120640" y="1356360"/>
            <a:ext cx="2804160" cy="1950720"/>
          </a:xfrm>
          <a:ln w="38100">
            <a:solidFill>
              <a:schemeClr val="accent6"/>
            </a:solidFill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1600"/>
            </a:lvl1pPr>
          </a:lstStyle>
          <a:p>
            <a:endParaRPr lang="id-ID" dirty="0"/>
          </a:p>
        </p:txBody>
      </p:sp>
      <p:sp>
        <p:nvSpPr>
          <p:cNvPr id="31" name="Picture Placeholder 4"/>
          <p:cNvSpPr>
            <a:spLocks noGrp="1"/>
          </p:cNvSpPr>
          <p:nvPr>
            <p:ph type="pic" sz="quarter" idx="17"/>
          </p:nvPr>
        </p:nvSpPr>
        <p:spPr>
          <a:xfrm>
            <a:off x="5120640" y="3307080"/>
            <a:ext cx="2804160" cy="1950720"/>
          </a:xfrm>
          <a:ln w="38100">
            <a:solidFill>
              <a:schemeClr val="accent6"/>
            </a:solidFill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1600"/>
            </a:lvl1pPr>
          </a:lstStyle>
          <a:p>
            <a:endParaRPr lang="id-ID" dirty="0"/>
          </a:p>
        </p:txBody>
      </p:sp>
      <p:sp>
        <p:nvSpPr>
          <p:cNvPr id="30" name="Picture Placeholder 4"/>
          <p:cNvSpPr>
            <a:spLocks noGrp="1"/>
          </p:cNvSpPr>
          <p:nvPr>
            <p:ph type="pic" sz="quarter" idx="16"/>
          </p:nvPr>
        </p:nvSpPr>
        <p:spPr>
          <a:xfrm>
            <a:off x="7924800" y="1356360"/>
            <a:ext cx="3657600" cy="3901440"/>
          </a:xfrm>
          <a:ln w="38100">
            <a:solidFill>
              <a:schemeClr val="accent6"/>
            </a:solidFill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1600"/>
            </a:lvl1pPr>
          </a:lstStyle>
          <a:p>
            <a:endParaRPr lang="id-ID" dirty="0"/>
          </a:p>
        </p:txBody>
      </p:sp>
      <p:sp>
        <p:nvSpPr>
          <p:cNvPr id="32" name="Rectangle 31"/>
          <p:cNvSpPr/>
          <p:nvPr userDrawn="1"/>
        </p:nvSpPr>
        <p:spPr>
          <a:xfrm>
            <a:off x="12100560" y="0"/>
            <a:ext cx="91440" cy="6858000"/>
          </a:xfrm>
          <a:prstGeom prst="rect">
            <a:avLst/>
          </a:prstGeom>
          <a:solidFill>
            <a:schemeClr val="accent3">
              <a:alpha val="7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46"/>
            <a:endParaRPr lang="id-ID" sz="1800">
              <a:solidFill>
                <a:prstClr val="white"/>
              </a:solidFill>
            </a:endParaRPr>
          </a:p>
        </p:txBody>
      </p:sp>
      <p:sp>
        <p:nvSpPr>
          <p:cNvPr id="24" name="Rectangle 23"/>
          <p:cNvSpPr/>
          <p:nvPr userDrawn="1"/>
        </p:nvSpPr>
        <p:spPr>
          <a:xfrm>
            <a:off x="1" y="0"/>
            <a:ext cx="451103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46"/>
            <a:endParaRPr lang="id-ID" sz="1800">
              <a:solidFill>
                <a:prstClr val="white"/>
              </a:solidFill>
            </a:endParaRPr>
          </a:p>
        </p:txBody>
      </p:sp>
      <p:sp>
        <p:nvSpPr>
          <p:cNvPr id="25" name="Rectangle 24"/>
          <p:cNvSpPr/>
          <p:nvPr userDrawn="1"/>
        </p:nvSpPr>
        <p:spPr>
          <a:xfrm>
            <a:off x="0" y="0"/>
            <a:ext cx="48768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46"/>
            <a:endParaRPr lang="id-ID" sz="1800">
              <a:solidFill>
                <a:prstClr val="white"/>
              </a:solidFill>
            </a:endParaRPr>
          </a:p>
        </p:txBody>
      </p:sp>
      <p:grpSp>
        <p:nvGrpSpPr>
          <p:cNvPr id="26" name="Group 25"/>
          <p:cNvGrpSpPr>
            <a:grpSpLocks noChangeAspect="1"/>
          </p:cNvGrpSpPr>
          <p:nvPr userDrawn="1"/>
        </p:nvGrpSpPr>
        <p:grpSpPr>
          <a:xfrm>
            <a:off x="1036319" y="441960"/>
            <a:ext cx="2926080" cy="2924251"/>
            <a:chOff x="6949416" y="2948916"/>
            <a:chExt cx="4389120" cy="4389120"/>
          </a:xfrm>
        </p:grpSpPr>
        <p:sp>
          <p:nvSpPr>
            <p:cNvPr id="27" name="Oval 26"/>
            <p:cNvSpPr>
              <a:spLocks noChangeAspect="1"/>
            </p:cNvSpPr>
            <p:nvPr userDrawn="1"/>
          </p:nvSpPr>
          <p:spPr>
            <a:xfrm>
              <a:off x="6949416" y="2948916"/>
              <a:ext cx="4389120" cy="4389120"/>
            </a:xfrm>
            <a:prstGeom prst="ellipse">
              <a:avLst/>
            </a:prstGeom>
            <a:solidFill>
              <a:schemeClr val="accent5"/>
            </a:solidFill>
            <a:ln w="1905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46"/>
              <a:endParaRPr lang="id-ID" sz="1800">
                <a:solidFill>
                  <a:prstClr val="white"/>
                </a:solidFill>
              </a:endParaRPr>
            </a:p>
          </p:txBody>
        </p:sp>
        <p:sp>
          <p:nvSpPr>
            <p:cNvPr id="28" name="Oval 27"/>
            <p:cNvSpPr>
              <a:spLocks noChangeAspect="1"/>
            </p:cNvSpPr>
            <p:nvPr userDrawn="1"/>
          </p:nvSpPr>
          <p:spPr>
            <a:xfrm>
              <a:off x="7132342" y="3131842"/>
              <a:ext cx="4023360" cy="4023360"/>
            </a:xfrm>
            <a:prstGeom prst="ellipse">
              <a:avLst/>
            </a:prstGeom>
            <a:solidFill>
              <a:schemeClr val="accent6"/>
            </a:solidFill>
            <a:ln w="152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46"/>
              <a:endParaRPr lang="id-ID" sz="1800">
                <a:solidFill>
                  <a:prstClr val="white"/>
                </a:solidFill>
              </a:endParaRPr>
            </a:p>
          </p:txBody>
        </p:sp>
      </p:grpSp>
      <p:sp>
        <p:nvSpPr>
          <p:cNvPr id="29" name="Picture Placeholder 24"/>
          <p:cNvSpPr>
            <a:spLocks noGrp="1" noChangeAspect="1"/>
          </p:cNvSpPr>
          <p:nvPr>
            <p:ph type="pic" sz="quarter" idx="11"/>
          </p:nvPr>
        </p:nvSpPr>
        <p:spPr>
          <a:xfrm>
            <a:off x="1219199" y="623925"/>
            <a:ext cx="2560320" cy="2560320"/>
          </a:xfrm>
          <a:custGeom>
            <a:avLst/>
            <a:gdLst>
              <a:gd name="connsiteX0" fmla="*/ 1769315 w 3840479"/>
              <a:gd name="connsiteY0" fmla="*/ 0 h 3832859"/>
              <a:gd name="connsiteX1" fmla="*/ 2071163 w 3840479"/>
              <a:gd name="connsiteY1" fmla="*/ 0 h 3832859"/>
              <a:gd name="connsiteX2" fmla="*/ 2116572 w 3840479"/>
              <a:gd name="connsiteY2" fmla="*/ 2293 h 3832859"/>
              <a:gd name="connsiteX3" fmla="*/ 3840479 w 3840479"/>
              <a:gd name="connsiteY3" fmla="*/ 1912619 h 3832859"/>
              <a:gd name="connsiteX4" fmla="*/ 1920239 w 3840479"/>
              <a:gd name="connsiteY4" fmla="*/ 3832859 h 3832859"/>
              <a:gd name="connsiteX5" fmla="*/ 9913 w 3840479"/>
              <a:gd name="connsiteY5" fmla="*/ 2108953 h 3832859"/>
              <a:gd name="connsiteX6" fmla="*/ 0 w 3840479"/>
              <a:gd name="connsiteY6" fmla="*/ 1912639 h 3832859"/>
              <a:gd name="connsiteX7" fmla="*/ 0 w 3840479"/>
              <a:gd name="connsiteY7" fmla="*/ 1912600 h 3832859"/>
              <a:gd name="connsiteX8" fmla="*/ 9913 w 3840479"/>
              <a:gd name="connsiteY8" fmla="*/ 1716286 h 3832859"/>
              <a:gd name="connsiteX9" fmla="*/ 1723906 w 3840479"/>
              <a:gd name="connsiteY9" fmla="*/ 2293 h 3832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840479" h="3832859">
                <a:moveTo>
                  <a:pt x="1769315" y="0"/>
                </a:moveTo>
                <a:lnTo>
                  <a:pt x="2071163" y="0"/>
                </a:lnTo>
                <a:lnTo>
                  <a:pt x="2116572" y="2293"/>
                </a:lnTo>
                <a:cubicBezTo>
                  <a:pt x="3084865" y="100629"/>
                  <a:pt x="3840479" y="918383"/>
                  <a:pt x="3840479" y="1912619"/>
                </a:cubicBezTo>
                <a:cubicBezTo>
                  <a:pt x="3840479" y="2973138"/>
                  <a:pt x="2980758" y="3832859"/>
                  <a:pt x="1920239" y="3832859"/>
                </a:cubicBezTo>
                <a:cubicBezTo>
                  <a:pt x="926003" y="3832859"/>
                  <a:pt x="108249" y="3077245"/>
                  <a:pt x="9913" y="2108953"/>
                </a:cubicBezTo>
                <a:lnTo>
                  <a:pt x="0" y="1912639"/>
                </a:lnTo>
                <a:lnTo>
                  <a:pt x="0" y="1912600"/>
                </a:lnTo>
                <a:lnTo>
                  <a:pt x="9913" y="1716286"/>
                </a:lnTo>
                <a:cubicBezTo>
                  <a:pt x="101693" y="812546"/>
                  <a:pt x="820166" y="94073"/>
                  <a:pt x="1723906" y="2293"/>
                </a:cubicBez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600"/>
            </a:lvl1pPr>
          </a:lstStyle>
          <a:p>
            <a:endParaRPr lang="id-ID" dirty="0"/>
          </a:p>
        </p:txBody>
      </p:sp>
      <p:sp>
        <p:nvSpPr>
          <p:cNvPr id="33" name="Text Placeholder 16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60" y="5562600"/>
            <a:ext cx="3169920" cy="30480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467" b="1">
                <a:latin typeface="+mj-lt"/>
              </a:defRPr>
            </a:lvl1pPr>
            <a:lvl2pPr marL="457223" indent="0">
              <a:buFont typeface="Arial" panose="020B0604020202020204" pitchFamily="34" charset="0"/>
              <a:buNone/>
              <a:defRPr sz="1333"/>
            </a:lvl2pPr>
            <a:lvl3pPr marL="914446" indent="0">
              <a:buFont typeface="Arial" panose="020B0604020202020204" pitchFamily="34" charset="0"/>
              <a:buNone/>
              <a:defRPr sz="1333"/>
            </a:lvl3pPr>
            <a:lvl4pPr marL="1371669" indent="0">
              <a:buFont typeface="Arial" panose="020B0604020202020204" pitchFamily="34" charset="0"/>
              <a:buNone/>
              <a:defRPr sz="1333"/>
            </a:lvl4pPr>
            <a:lvl5pPr marL="1828891" indent="0">
              <a:buFont typeface="Arial" panose="020B0604020202020204" pitchFamily="34" charset="0"/>
              <a:buNone/>
              <a:defRPr sz="1333"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34" name="Text Placeholder 16"/>
          <p:cNvSpPr>
            <a:spLocks noGrp="1"/>
          </p:cNvSpPr>
          <p:nvPr>
            <p:ph type="body" sz="quarter" idx="15" hasCustomPrompt="1"/>
          </p:nvPr>
        </p:nvSpPr>
        <p:spPr>
          <a:xfrm>
            <a:off x="5547360" y="5867400"/>
            <a:ext cx="6014720" cy="60960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333"/>
            </a:lvl1pPr>
            <a:lvl2pPr marL="457223" indent="0">
              <a:buFont typeface="Arial" panose="020B0604020202020204" pitchFamily="34" charset="0"/>
              <a:buNone/>
              <a:defRPr sz="1333"/>
            </a:lvl2pPr>
            <a:lvl3pPr marL="914446" indent="0">
              <a:buFont typeface="Arial" panose="020B0604020202020204" pitchFamily="34" charset="0"/>
              <a:buNone/>
              <a:defRPr sz="1333"/>
            </a:lvl3pPr>
            <a:lvl4pPr marL="1371669" indent="0">
              <a:buFont typeface="Arial" panose="020B0604020202020204" pitchFamily="34" charset="0"/>
              <a:buNone/>
              <a:defRPr sz="1333"/>
            </a:lvl4pPr>
            <a:lvl5pPr marL="1828891" indent="0">
              <a:buFont typeface="Arial" panose="020B0604020202020204" pitchFamily="34" charset="0"/>
              <a:buNone/>
              <a:defRPr sz="1333"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grpSp>
        <p:nvGrpSpPr>
          <p:cNvPr id="35" name="Group 34"/>
          <p:cNvGrpSpPr>
            <a:grpSpLocks noChangeAspect="1"/>
          </p:cNvGrpSpPr>
          <p:nvPr userDrawn="1"/>
        </p:nvGrpSpPr>
        <p:grpSpPr>
          <a:xfrm>
            <a:off x="5059680" y="381000"/>
            <a:ext cx="611128" cy="609600"/>
            <a:chOff x="7680960" y="617220"/>
            <a:chExt cx="1097280" cy="1097280"/>
          </a:xfrm>
        </p:grpSpPr>
        <p:grpSp>
          <p:nvGrpSpPr>
            <p:cNvPr id="36" name="Group 35"/>
            <p:cNvGrpSpPr/>
            <p:nvPr/>
          </p:nvGrpSpPr>
          <p:grpSpPr>
            <a:xfrm>
              <a:off x="7680960" y="617220"/>
              <a:ext cx="1097280" cy="1097280"/>
              <a:chOff x="8366760" y="2720340"/>
              <a:chExt cx="1097280" cy="1097280"/>
            </a:xfrm>
          </p:grpSpPr>
          <p:sp>
            <p:nvSpPr>
              <p:cNvPr id="41" name="Oval 40"/>
              <p:cNvSpPr>
                <a:spLocks noChangeAspect="1"/>
              </p:cNvSpPr>
              <p:nvPr userDrawn="1"/>
            </p:nvSpPr>
            <p:spPr>
              <a:xfrm>
                <a:off x="8366760" y="2720340"/>
                <a:ext cx="1097280" cy="1097280"/>
              </a:xfrm>
              <a:prstGeom prst="ellipse">
                <a:avLst/>
              </a:prstGeom>
              <a:solidFill>
                <a:schemeClr val="accent5"/>
              </a:solidFill>
              <a:ln w="1905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446"/>
                <a:endParaRPr lang="id-ID" sz="1800">
                  <a:solidFill>
                    <a:prstClr val="white"/>
                  </a:solidFill>
                </a:endParaRPr>
              </a:p>
            </p:txBody>
          </p:sp>
          <p:sp>
            <p:nvSpPr>
              <p:cNvPr id="58" name="Oval 57"/>
              <p:cNvSpPr>
                <a:spLocks noChangeAspect="1"/>
              </p:cNvSpPr>
              <p:nvPr userDrawn="1"/>
            </p:nvSpPr>
            <p:spPr>
              <a:xfrm>
                <a:off x="8412480" y="2766060"/>
                <a:ext cx="1005840" cy="1005840"/>
              </a:xfrm>
              <a:prstGeom prst="ellipse">
                <a:avLst/>
              </a:prstGeom>
              <a:solidFill>
                <a:schemeClr val="accent6"/>
              </a:solidFill>
              <a:ln w="152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446"/>
                <a:endParaRPr lang="id-ID" sz="1800">
                  <a:solidFill>
                    <a:prstClr val="white"/>
                  </a:solidFill>
                </a:endParaRPr>
              </a:p>
            </p:txBody>
          </p:sp>
          <p:sp>
            <p:nvSpPr>
              <p:cNvPr id="59" name="Oval 58"/>
              <p:cNvSpPr>
                <a:spLocks noChangeAspect="1"/>
              </p:cNvSpPr>
              <p:nvPr/>
            </p:nvSpPr>
            <p:spPr>
              <a:xfrm>
                <a:off x="8458200" y="2811780"/>
                <a:ext cx="914400" cy="914400"/>
              </a:xfrm>
              <a:prstGeom prst="ellipse">
                <a:avLst/>
              </a:prstGeom>
              <a:solidFill>
                <a:schemeClr val="accent3"/>
              </a:solidFill>
              <a:ln w="152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446"/>
                <a:endParaRPr lang="id-ID" sz="1800">
                  <a:solidFill>
                    <a:prstClr val="white"/>
                  </a:solidFill>
                </a:endParaRPr>
              </a:p>
            </p:txBody>
          </p:sp>
        </p:grpSp>
        <p:grpSp>
          <p:nvGrpSpPr>
            <p:cNvPr id="37" name="Group 36"/>
            <p:cNvGrpSpPr>
              <a:grpSpLocks noChangeAspect="1"/>
            </p:cNvGrpSpPr>
            <p:nvPr userDrawn="1"/>
          </p:nvGrpSpPr>
          <p:grpSpPr>
            <a:xfrm>
              <a:off x="7989092" y="937260"/>
              <a:ext cx="548640" cy="403785"/>
              <a:chOff x="8164513" y="7223125"/>
              <a:chExt cx="481013" cy="354013"/>
            </a:xfrm>
            <a:solidFill>
              <a:schemeClr val="bg1"/>
            </a:solidFill>
          </p:grpSpPr>
          <p:sp>
            <p:nvSpPr>
              <p:cNvPr id="38" name="Freeform 111"/>
              <p:cNvSpPr>
                <a:spLocks noEditPoints="1"/>
              </p:cNvSpPr>
              <p:nvPr/>
            </p:nvSpPr>
            <p:spPr bwMode="auto">
              <a:xfrm>
                <a:off x="8164513" y="7335838"/>
                <a:ext cx="334963" cy="241300"/>
              </a:xfrm>
              <a:custGeom>
                <a:avLst/>
                <a:gdLst>
                  <a:gd name="T0" fmla="*/ 30 w 89"/>
                  <a:gd name="T1" fmla="*/ 0 h 64"/>
                  <a:gd name="T2" fmla="*/ 10 w 89"/>
                  <a:gd name="T3" fmla="*/ 0 h 64"/>
                  <a:gd name="T4" fmla="*/ 10 w 89"/>
                  <a:gd name="T5" fmla="*/ 6 h 64"/>
                  <a:gd name="T6" fmla="*/ 0 w 89"/>
                  <a:gd name="T7" fmla="*/ 6 h 64"/>
                  <a:gd name="T8" fmla="*/ 0 w 89"/>
                  <a:gd name="T9" fmla="*/ 64 h 64"/>
                  <a:gd name="T10" fmla="*/ 89 w 89"/>
                  <a:gd name="T11" fmla="*/ 64 h 64"/>
                  <a:gd name="T12" fmla="*/ 89 w 89"/>
                  <a:gd name="T13" fmla="*/ 6 h 64"/>
                  <a:gd name="T14" fmla="*/ 30 w 89"/>
                  <a:gd name="T15" fmla="*/ 6 h 64"/>
                  <a:gd name="T16" fmla="*/ 30 w 89"/>
                  <a:gd name="T17" fmla="*/ 0 h 64"/>
                  <a:gd name="T18" fmla="*/ 59 w 89"/>
                  <a:gd name="T19" fmla="*/ 15 h 64"/>
                  <a:gd name="T20" fmla="*/ 79 w 89"/>
                  <a:gd name="T21" fmla="*/ 35 h 64"/>
                  <a:gd name="T22" fmla="*/ 59 w 89"/>
                  <a:gd name="T23" fmla="*/ 55 h 64"/>
                  <a:gd name="T24" fmla="*/ 39 w 89"/>
                  <a:gd name="T25" fmla="*/ 35 h 64"/>
                  <a:gd name="T26" fmla="*/ 59 w 89"/>
                  <a:gd name="T27" fmla="*/ 15 h 64"/>
                  <a:gd name="T28" fmla="*/ 30 w 89"/>
                  <a:gd name="T29" fmla="*/ 25 h 64"/>
                  <a:gd name="T30" fmla="*/ 10 w 89"/>
                  <a:gd name="T31" fmla="*/ 25 h 64"/>
                  <a:gd name="T32" fmla="*/ 10 w 89"/>
                  <a:gd name="T33" fmla="*/ 15 h 64"/>
                  <a:gd name="T34" fmla="*/ 30 w 89"/>
                  <a:gd name="T35" fmla="*/ 15 h 64"/>
                  <a:gd name="T36" fmla="*/ 30 w 89"/>
                  <a:gd name="T37" fmla="*/ 25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89" h="64">
                    <a:moveTo>
                      <a:pt x="30" y="0"/>
                    </a:moveTo>
                    <a:cubicBezTo>
                      <a:pt x="10" y="0"/>
                      <a:pt x="10" y="0"/>
                      <a:pt x="10" y="0"/>
                    </a:cubicBezTo>
                    <a:cubicBezTo>
                      <a:pt x="10" y="6"/>
                      <a:pt x="10" y="6"/>
                      <a:pt x="1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64"/>
                      <a:pt x="0" y="64"/>
                      <a:pt x="0" y="64"/>
                    </a:cubicBezTo>
                    <a:cubicBezTo>
                      <a:pt x="89" y="64"/>
                      <a:pt x="89" y="64"/>
                      <a:pt x="89" y="64"/>
                    </a:cubicBezTo>
                    <a:cubicBezTo>
                      <a:pt x="89" y="6"/>
                      <a:pt x="89" y="6"/>
                      <a:pt x="89" y="6"/>
                    </a:cubicBezTo>
                    <a:cubicBezTo>
                      <a:pt x="30" y="6"/>
                      <a:pt x="30" y="6"/>
                      <a:pt x="30" y="6"/>
                    </a:cubicBezTo>
                    <a:lnTo>
                      <a:pt x="30" y="0"/>
                    </a:lnTo>
                    <a:close/>
                    <a:moveTo>
                      <a:pt x="59" y="15"/>
                    </a:moveTo>
                    <a:cubicBezTo>
                      <a:pt x="70" y="15"/>
                      <a:pt x="79" y="24"/>
                      <a:pt x="79" y="35"/>
                    </a:cubicBezTo>
                    <a:cubicBezTo>
                      <a:pt x="79" y="46"/>
                      <a:pt x="70" y="55"/>
                      <a:pt x="59" y="55"/>
                    </a:cubicBezTo>
                    <a:cubicBezTo>
                      <a:pt x="48" y="55"/>
                      <a:pt x="39" y="46"/>
                      <a:pt x="39" y="35"/>
                    </a:cubicBezTo>
                    <a:cubicBezTo>
                      <a:pt x="39" y="24"/>
                      <a:pt x="48" y="15"/>
                      <a:pt x="59" y="15"/>
                    </a:cubicBezTo>
                    <a:close/>
                    <a:moveTo>
                      <a:pt x="30" y="25"/>
                    </a:moveTo>
                    <a:cubicBezTo>
                      <a:pt x="10" y="25"/>
                      <a:pt x="10" y="25"/>
                      <a:pt x="10" y="25"/>
                    </a:cubicBezTo>
                    <a:cubicBezTo>
                      <a:pt x="10" y="15"/>
                      <a:pt x="10" y="15"/>
                      <a:pt x="10" y="15"/>
                    </a:cubicBezTo>
                    <a:cubicBezTo>
                      <a:pt x="30" y="15"/>
                      <a:pt x="30" y="15"/>
                      <a:pt x="30" y="15"/>
                    </a:cubicBezTo>
                    <a:lnTo>
                      <a:pt x="30" y="2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446"/>
                <a:endParaRPr lang="id-ID" sz="1800">
                  <a:solidFill>
                    <a:prstClr val="black"/>
                  </a:solidFill>
                </a:endParaRPr>
              </a:p>
            </p:txBody>
          </p:sp>
          <p:sp>
            <p:nvSpPr>
              <p:cNvPr id="39" name="Oval 112"/>
              <p:cNvSpPr>
                <a:spLocks noChangeArrowheads="1"/>
              </p:cNvSpPr>
              <p:nvPr/>
            </p:nvSpPr>
            <p:spPr bwMode="auto">
              <a:xfrm>
                <a:off x="8348663" y="7431088"/>
                <a:ext cx="74613" cy="7461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446"/>
                <a:endParaRPr lang="id-ID" sz="1800">
                  <a:solidFill>
                    <a:prstClr val="black"/>
                  </a:solidFill>
                </a:endParaRPr>
              </a:p>
            </p:txBody>
          </p:sp>
          <p:sp>
            <p:nvSpPr>
              <p:cNvPr id="40" name="Freeform 113"/>
              <p:cNvSpPr>
                <a:spLocks/>
              </p:cNvSpPr>
              <p:nvPr/>
            </p:nvSpPr>
            <p:spPr bwMode="auto">
              <a:xfrm>
                <a:off x="8348663" y="7223125"/>
                <a:ext cx="296863" cy="307975"/>
              </a:xfrm>
              <a:custGeom>
                <a:avLst/>
                <a:gdLst>
                  <a:gd name="T0" fmla="*/ 26 w 187"/>
                  <a:gd name="T1" fmla="*/ 0 h 194"/>
                  <a:gd name="T2" fmla="*/ 0 w 187"/>
                  <a:gd name="T3" fmla="*/ 62 h 194"/>
                  <a:gd name="T4" fmla="*/ 21 w 187"/>
                  <a:gd name="T5" fmla="*/ 62 h 194"/>
                  <a:gd name="T6" fmla="*/ 35 w 187"/>
                  <a:gd name="T7" fmla="*/ 26 h 194"/>
                  <a:gd name="T8" fmla="*/ 161 w 187"/>
                  <a:gd name="T9" fmla="*/ 81 h 194"/>
                  <a:gd name="T10" fmla="*/ 123 w 187"/>
                  <a:gd name="T11" fmla="*/ 168 h 194"/>
                  <a:gd name="T12" fmla="*/ 116 w 187"/>
                  <a:gd name="T13" fmla="*/ 164 h 194"/>
                  <a:gd name="T14" fmla="*/ 116 w 187"/>
                  <a:gd name="T15" fmla="*/ 187 h 194"/>
                  <a:gd name="T16" fmla="*/ 135 w 187"/>
                  <a:gd name="T17" fmla="*/ 194 h 194"/>
                  <a:gd name="T18" fmla="*/ 187 w 187"/>
                  <a:gd name="T19" fmla="*/ 69 h 194"/>
                  <a:gd name="T20" fmla="*/ 26 w 187"/>
                  <a:gd name="T21" fmla="*/ 0 h 1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87" h="194">
                    <a:moveTo>
                      <a:pt x="26" y="0"/>
                    </a:moveTo>
                    <a:lnTo>
                      <a:pt x="0" y="62"/>
                    </a:lnTo>
                    <a:lnTo>
                      <a:pt x="21" y="62"/>
                    </a:lnTo>
                    <a:lnTo>
                      <a:pt x="35" y="26"/>
                    </a:lnTo>
                    <a:lnTo>
                      <a:pt x="161" y="81"/>
                    </a:lnTo>
                    <a:lnTo>
                      <a:pt x="123" y="168"/>
                    </a:lnTo>
                    <a:lnTo>
                      <a:pt x="116" y="164"/>
                    </a:lnTo>
                    <a:lnTo>
                      <a:pt x="116" y="187"/>
                    </a:lnTo>
                    <a:lnTo>
                      <a:pt x="135" y="194"/>
                    </a:lnTo>
                    <a:lnTo>
                      <a:pt x="187" y="69"/>
                    </a:lnTo>
                    <a:lnTo>
                      <a:pt x="26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446"/>
                <a:endParaRPr lang="id-ID" sz="1800">
                  <a:solidFill>
                    <a:prstClr val="black"/>
                  </a:solidFill>
                </a:endParaRPr>
              </a:p>
            </p:txBody>
          </p:sp>
        </p:grpSp>
      </p:grpSp>
      <p:sp>
        <p:nvSpPr>
          <p:cNvPr id="60" name="Title 1"/>
          <p:cNvSpPr>
            <a:spLocks noGrp="1"/>
          </p:cNvSpPr>
          <p:nvPr>
            <p:ph type="title" hasCustomPrompt="1"/>
          </p:nvPr>
        </p:nvSpPr>
        <p:spPr>
          <a:xfrm>
            <a:off x="5852160" y="381000"/>
            <a:ext cx="4998720" cy="609600"/>
          </a:xfrm>
          <a:noFill/>
          <a:ln>
            <a:noFill/>
          </a:ln>
        </p:spPr>
        <p:txBody>
          <a:bodyPr lIns="91440"/>
          <a:lstStyle/>
          <a:p>
            <a:r>
              <a:rPr lang="en-US" dirty="0"/>
              <a:t>Click to edit title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2173117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50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31" grpId="0" animBg="1"/>
      <p:bldP spid="30" grpId="0" animBg="1"/>
      <p:bldP spid="60" grpId="0"/>
    </p:bldLst>
  </p:timing>
  <p:extLst>
    <p:ext uri="{DCECCB84-F9BA-43D5-87BE-67443E8EF086}">
      <p15:sldGuideLst xmlns:p15="http://schemas.microsoft.com/office/powerpoint/2012/main">
        <p15:guide id="1" orient="horz" pos="3240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Portfoli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4"/>
          </p:nvPr>
        </p:nvSpPr>
        <p:spPr>
          <a:xfrm>
            <a:off x="5120640" y="1356360"/>
            <a:ext cx="3230880" cy="1950720"/>
          </a:xfrm>
          <a:ln w="38100">
            <a:solidFill>
              <a:schemeClr val="accent6"/>
            </a:solidFill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1600"/>
            </a:lvl1pPr>
          </a:lstStyle>
          <a:p>
            <a:endParaRPr lang="id-ID" dirty="0"/>
          </a:p>
        </p:txBody>
      </p:sp>
      <p:sp>
        <p:nvSpPr>
          <p:cNvPr id="30" name="Picture Placeholder 4"/>
          <p:cNvSpPr>
            <a:spLocks noGrp="1"/>
          </p:cNvSpPr>
          <p:nvPr>
            <p:ph type="pic" sz="quarter" idx="16"/>
          </p:nvPr>
        </p:nvSpPr>
        <p:spPr>
          <a:xfrm>
            <a:off x="8351520" y="1356360"/>
            <a:ext cx="3230880" cy="1950720"/>
          </a:xfrm>
          <a:ln w="38100">
            <a:solidFill>
              <a:schemeClr val="accent6"/>
            </a:solidFill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1600"/>
            </a:lvl1pPr>
          </a:lstStyle>
          <a:p>
            <a:endParaRPr lang="id-ID" dirty="0"/>
          </a:p>
        </p:txBody>
      </p:sp>
      <p:sp>
        <p:nvSpPr>
          <p:cNvPr id="31" name="Picture Placeholder 4"/>
          <p:cNvSpPr>
            <a:spLocks noGrp="1"/>
          </p:cNvSpPr>
          <p:nvPr>
            <p:ph type="pic" sz="quarter" idx="17"/>
          </p:nvPr>
        </p:nvSpPr>
        <p:spPr>
          <a:xfrm>
            <a:off x="5120640" y="3307080"/>
            <a:ext cx="3230880" cy="1950720"/>
          </a:xfrm>
          <a:ln w="38100">
            <a:solidFill>
              <a:schemeClr val="accent6"/>
            </a:solidFill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1600"/>
            </a:lvl1pPr>
          </a:lstStyle>
          <a:p>
            <a:endParaRPr lang="id-ID" dirty="0"/>
          </a:p>
        </p:txBody>
      </p:sp>
      <p:sp>
        <p:nvSpPr>
          <p:cNvPr id="32" name="Picture Placeholder 4"/>
          <p:cNvSpPr>
            <a:spLocks noGrp="1"/>
          </p:cNvSpPr>
          <p:nvPr>
            <p:ph type="pic" sz="quarter" idx="18"/>
          </p:nvPr>
        </p:nvSpPr>
        <p:spPr>
          <a:xfrm>
            <a:off x="8351520" y="3307080"/>
            <a:ext cx="3230880" cy="1950720"/>
          </a:xfrm>
          <a:ln w="38100">
            <a:solidFill>
              <a:schemeClr val="accent6"/>
            </a:solidFill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1600"/>
            </a:lvl1pPr>
          </a:lstStyle>
          <a:p>
            <a:endParaRPr lang="id-ID" dirty="0"/>
          </a:p>
        </p:txBody>
      </p:sp>
      <p:sp>
        <p:nvSpPr>
          <p:cNvPr id="33" name="Rectangle 32"/>
          <p:cNvSpPr/>
          <p:nvPr userDrawn="1"/>
        </p:nvSpPr>
        <p:spPr>
          <a:xfrm>
            <a:off x="12100560" y="0"/>
            <a:ext cx="91440" cy="6858000"/>
          </a:xfrm>
          <a:prstGeom prst="rect">
            <a:avLst/>
          </a:prstGeom>
          <a:solidFill>
            <a:schemeClr val="accent3">
              <a:alpha val="7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46"/>
            <a:endParaRPr lang="id-ID" sz="1800">
              <a:solidFill>
                <a:prstClr val="white"/>
              </a:solidFill>
            </a:endParaRPr>
          </a:p>
        </p:txBody>
      </p:sp>
      <p:sp>
        <p:nvSpPr>
          <p:cNvPr id="25" name="Rectangle 24"/>
          <p:cNvSpPr/>
          <p:nvPr userDrawn="1"/>
        </p:nvSpPr>
        <p:spPr>
          <a:xfrm>
            <a:off x="1" y="0"/>
            <a:ext cx="451103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46"/>
            <a:endParaRPr lang="id-ID" sz="1800">
              <a:solidFill>
                <a:prstClr val="white"/>
              </a:solidFill>
            </a:endParaRPr>
          </a:p>
        </p:txBody>
      </p:sp>
      <p:sp>
        <p:nvSpPr>
          <p:cNvPr id="26" name="Rectangle 25"/>
          <p:cNvSpPr/>
          <p:nvPr userDrawn="1"/>
        </p:nvSpPr>
        <p:spPr>
          <a:xfrm>
            <a:off x="0" y="0"/>
            <a:ext cx="48768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46"/>
            <a:endParaRPr lang="id-ID" sz="1800">
              <a:solidFill>
                <a:prstClr val="white"/>
              </a:solidFill>
            </a:endParaRPr>
          </a:p>
        </p:txBody>
      </p:sp>
      <p:grpSp>
        <p:nvGrpSpPr>
          <p:cNvPr id="27" name="Group 26"/>
          <p:cNvGrpSpPr>
            <a:grpSpLocks noChangeAspect="1"/>
          </p:cNvGrpSpPr>
          <p:nvPr userDrawn="1"/>
        </p:nvGrpSpPr>
        <p:grpSpPr>
          <a:xfrm>
            <a:off x="1036319" y="441960"/>
            <a:ext cx="2926080" cy="2924251"/>
            <a:chOff x="6949416" y="2948916"/>
            <a:chExt cx="4389120" cy="4389120"/>
          </a:xfrm>
        </p:grpSpPr>
        <p:sp>
          <p:nvSpPr>
            <p:cNvPr id="28" name="Oval 27"/>
            <p:cNvSpPr>
              <a:spLocks noChangeAspect="1"/>
            </p:cNvSpPr>
            <p:nvPr userDrawn="1"/>
          </p:nvSpPr>
          <p:spPr>
            <a:xfrm>
              <a:off x="6949416" y="2948916"/>
              <a:ext cx="4389120" cy="4389120"/>
            </a:xfrm>
            <a:prstGeom prst="ellipse">
              <a:avLst/>
            </a:prstGeom>
            <a:solidFill>
              <a:schemeClr val="accent5"/>
            </a:solidFill>
            <a:ln w="1905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46"/>
              <a:endParaRPr lang="id-ID" sz="1800">
                <a:solidFill>
                  <a:prstClr val="white"/>
                </a:solidFill>
              </a:endParaRPr>
            </a:p>
          </p:txBody>
        </p:sp>
        <p:sp>
          <p:nvSpPr>
            <p:cNvPr id="29" name="Oval 28"/>
            <p:cNvSpPr>
              <a:spLocks noChangeAspect="1"/>
            </p:cNvSpPr>
            <p:nvPr userDrawn="1"/>
          </p:nvSpPr>
          <p:spPr>
            <a:xfrm>
              <a:off x="7132342" y="3131842"/>
              <a:ext cx="4023360" cy="4023360"/>
            </a:xfrm>
            <a:prstGeom prst="ellipse">
              <a:avLst/>
            </a:prstGeom>
            <a:solidFill>
              <a:schemeClr val="accent6"/>
            </a:solidFill>
            <a:ln w="152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46"/>
              <a:endParaRPr lang="id-ID" sz="1800">
                <a:solidFill>
                  <a:prstClr val="white"/>
                </a:solidFill>
              </a:endParaRPr>
            </a:p>
          </p:txBody>
        </p:sp>
      </p:grpSp>
      <p:sp>
        <p:nvSpPr>
          <p:cNvPr id="34" name="Picture Placeholder 24"/>
          <p:cNvSpPr>
            <a:spLocks noGrp="1" noChangeAspect="1"/>
          </p:cNvSpPr>
          <p:nvPr>
            <p:ph type="pic" sz="quarter" idx="11"/>
          </p:nvPr>
        </p:nvSpPr>
        <p:spPr>
          <a:xfrm>
            <a:off x="1219199" y="623925"/>
            <a:ext cx="2560320" cy="2560320"/>
          </a:xfrm>
          <a:custGeom>
            <a:avLst/>
            <a:gdLst>
              <a:gd name="connsiteX0" fmla="*/ 1769315 w 3840479"/>
              <a:gd name="connsiteY0" fmla="*/ 0 h 3832859"/>
              <a:gd name="connsiteX1" fmla="*/ 2071163 w 3840479"/>
              <a:gd name="connsiteY1" fmla="*/ 0 h 3832859"/>
              <a:gd name="connsiteX2" fmla="*/ 2116572 w 3840479"/>
              <a:gd name="connsiteY2" fmla="*/ 2293 h 3832859"/>
              <a:gd name="connsiteX3" fmla="*/ 3840479 w 3840479"/>
              <a:gd name="connsiteY3" fmla="*/ 1912619 h 3832859"/>
              <a:gd name="connsiteX4" fmla="*/ 1920239 w 3840479"/>
              <a:gd name="connsiteY4" fmla="*/ 3832859 h 3832859"/>
              <a:gd name="connsiteX5" fmla="*/ 9913 w 3840479"/>
              <a:gd name="connsiteY5" fmla="*/ 2108953 h 3832859"/>
              <a:gd name="connsiteX6" fmla="*/ 0 w 3840479"/>
              <a:gd name="connsiteY6" fmla="*/ 1912639 h 3832859"/>
              <a:gd name="connsiteX7" fmla="*/ 0 w 3840479"/>
              <a:gd name="connsiteY7" fmla="*/ 1912600 h 3832859"/>
              <a:gd name="connsiteX8" fmla="*/ 9913 w 3840479"/>
              <a:gd name="connsiteY8" fmla="*/ 1716286 h 3832859"/>
              <a:gd name="connsiteX9" fmla="*/ 1723906 w 3840479"/>
              <a:gd name="connsiteY9" fmla="*/ 2293 h 3832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840479" h="3832859">
                <a:moveTo>
                  <a:pt x="1769315" y="0"/>
                </a:moveTo>
                <a:lnTo>
                  <a:pt x="2071163" y="0"/>
                </a:lnTo>
                <a:lnTo>
                  <a:pt x="2116572" y="2293"/>
                </a:lnTo>
                <a:cubicBezTo>
                  <a:pt x="3084865" y="100629"/>
                  <a:pt x="3840479" y="918383"/>
                  <a:pt x="3840479" y="1912619"/>
                </a:cubicBezTo>
                <a:cubicBezTo>
                  <a:pt x="3840479" y="2973138"/>
                  <a:pt x="2980758" y="3832859"/>
                  <a:pt x="1920239" y="3832859"/>
                </a:cubicBezTo>
                <a:cubicBezTo>
                  <a:pt x="926003" y="3832859"/>
                  <a:pt x="108249" y="3077245"/>
                  <a:pt x="9913" y="2108953"/>
                </a:cubicBezTo>
                <a:lnTo>
                  <a:pt x="0" y="1912639"/>
                </a:lnTo>
                <a:lnTo>
                  <a:pt x="0" y="1912600"/>
                </a:lnTo>
                <a:lnTo>
                  <a:pt x="9913" y="1716286"/>
                </a:lnTo>
                <a:cubicBezTo>
                  <a:pt x="101693" y="812546"/>
                  <a:pt x="820166" y="94073"/>
                  <a:pt x="1723906" y="2293"/>
                </a:cubicBez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600"/>
            </a:lvl1pPr>
          </a:lstStyle>
          <a:p>
            <a:endParaRPr lang="id-ID" dirty="0"/>
          </a:p>
        </p:txBody>
      </p:sp>
      <p:sp>
        <p:nvSpPr>
          <p:cNvPr id="61" name="Text Placeholder 16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60" y="5562600"/>
            <a:ext cx="3169920" cy="30480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467" b="1">
                <a:latin typeface="+mj-lt"/>
              </a:defRPr>
            </a:lvl1pPr>
            <a:lvl2pPr marL="457223" indent="0">
              <a:buFont typeface="Arial" panose="020B0604020202020204" pitchFamily="34" charset="0"/>
              <a:buNone/>
              <a:defRPr sz="1333"/>
            </a:lvl2pPr>
            <a:lvl3pPr marL="914446" indent="0">
              <a:buFont typeface="Arial" panose="020B0604020202020204" pitchFamily="34" charset="0"/>
              <a:buNone/>
              <a:defRPr sz="1333"/>
            </a:lvl3pPr>
            <a:lvl4pPr marL="1371669" indent="0">
              <a:buFont typeface="Arial" panose="020B0604020202020204" pitchFamily="34" charset="0"/>
              <a:buNone/>
              <a:defRPr sz="1333"/>
            </a:lvl4pPr>
            <a:lvl5pPr marL="1828891" indent="0">
              <a:buFont typeface="Arial" panose="020B0604020202020204" pitchFamily="34" charset="0"/>
              <a:buNone/>
              <a:defRPr sz="1333"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2" name="Text Placeholder 16"/>
          <p:cNvSpPr>
            <a:spLocks noGrp="1"/>
          </p:cNvSpPr>
          <p:nvPr>
            <p:ph type="body" sz="quarter" idx="15" hasCustomPrompt="1"/>
          </p:nvPr>
        </p:nvSpPr>
        <p:spPr>
          <a:xfrm>
            <a:off x="5547360" y="5867400"/>
            <a:ext cx="6014720" cy="60960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333"/>
            </a:lvl1pPr>
            <a:lvl2pPr marL="457223" indent="0">
              <a:buFont typeface="Arial" panose="020B0604020202020204" pitchFamily="34" charset="0"/>
              <a:buNone/>
              <a:defRPr sz="1333"/>
            </a:lvl2pPr>
            <a:lvl3pPr marL="914446" indent="0">
              <a:buFont typeface="Arial" panose="020B0604020202020204" pitchFamily="34" charset="0"/>
              <a:buNone/>
              <a:defRPr sz="1333"/>
            </a:lvl3pPr>
            <a:lvl4pPr marL="1371669" indent="0">
              <a:buFont typeface="Arial" panose="020B0604020202020204" pitchFamily="34" charset="0"/>
              <a:buNone/>
              <a:defRPr sz="1333"/>
            </a:lvl4pPr>
            <a:lvl5pPr marL="1828891" indent="0">
              <a:buFont typeface="Arial" panose="020B0604020202020204" pitchFamily="34" charset="0"/>
              <a:buNone/>
              <a:defRPr sz="1333"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grpSp>
        <p:nvGrpSpPr>
          <p:cNvPr id="63" name="Group 62"/>
          <p:cNvGrpSpPr>
            <a:grpSpLocks noChangeAspect="1"/>
          </p:cNvGrpSpPr>
          <p:nvPr userDrawn="1"/>
        </p:nvGrpSpPr>
        <p:grpSpPr>
          <a:xfrm>
            <a:off x="5059680" y="381000"/>
            <a:ext cx="611128" cy="609600"/>
            <a:chOff x="7680960" y="617220"/>
            <a:chExt cx="1097280" cy="1097280"/>
          </a:xfrm>
        </p:grpSpPr>
        <p:grpSp>
          <p:nvGrpSpPr>
            <p:cNvPr id="64" name="Group 63"/>
            <p:cNvGrpSpPr/>
            <p:nvPr/>
          </p:nvGrpSpPr>
          <p:grpSpPr>
            <a:xfrm>
              <a:off x="7680960" y="617220"/>
              <a:ext cx="1097280" cy="1097280"/>
              <a:chOff x="8366760" y="2720340"/>
              <a:chExt cx="1097280" cy="1097280"/>
            </a:xfrm>
          </p:grpSpPr>
          <p:sp>
            <p:nvSpPr>
              <p:cNvPr id="69" name="Oval 68"/>
              <p:cNvSpPr>
                <a:spLocks noChangeAspect="1"/>
              </p:cNvSpPr>
              <p:nvPr userDrawn="1"/>
            </p:nvSpPr>
            <p:spPr>
              <a:xfrm>
                <a:off x="8366760" y="2720340"/>
                <a:ext cx="1097280" cy="1097280"/>
              </a:xfrm>
              <a:prstGeom prst="ellipse">
                <a:avLst/>
              </a:prstGeom>
              <a:solidFill>
                <a:schemeClr val="accent5"/>
              </a:solidFill>
              <a:ln w="1905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446"/>
                <a:endParaRPr lang="id-ID" sz="1800">
                  <a:solidFill>
                    <a:prstClr val="white"/>
                  </a:solidFill>
                </a:endParaRPr>
              </a:p>
            </p:txBody>
          </p:sp>
          <p:sp>
            <p:nvSpPr>
              <p:cNvPr id="70" name="Oval 69"/>
              <p:cNvSpPr>
                <a:spLocks noChangeAspect="1"/>
              </p:cNvSpPr>
              <p:nvPr userDrawn="1"/>
            </p:nvSpPr>
            <p:spPr>
              <a:xfrm>
                <a:off x="8412480" y="2766060"/>
                <a:ext cx="1005840" cy="1005840"/>
              </a:xfrm>
              <a:prstGeom prst="ellipse">
                <a:avLst/>
              </a:prstGeom>
              <a:solidFill>
                <a:schemeClr val="accent6"/>
              </a:solidFill>
              <a:ln w="152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446"/>
                <a:endParaRPr lang="id-ID" sz="1800">
                  <a:solidFill>
                    <a:prstClr val="white"/>
                  </a:solidFill>
                </a:endParaRPr>
              </a:p>
            </p:txBody>
          </p:sp>
          <p:sp>
            <p:nvSpPr>
              <p:cNvPr id="71" name="Oval 70"/>
              <p:cNvSpPr>
                <a:spLocks noChangeAspect="1"/>
              </p:cNvSpPr>
              <p:nvPr/>
            </p:nvSpPr>
            <p:spPr>
              <a:xfrm>
                <a:off x="8458200" y="2811780"/>
                <a:ext cx="914400" cy="914400"/>
              </a:xfrm>
              <a:prstGeom prst="ellipse">
                <a:avLst/>
              </a:prstGeom>
              <a:solidFill>
                <a:schemeClr val="accent3"/>
              </a:solidFill>
              <a:ln w="152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446"/>
                <a:endParaRPr lang="id-ID" sz="1800">
                  <a:solidFill>
                    <a:prstClr val="white"/>
                  </a:solidFill>
                </a:endParaRPr>
              </a:p>
            </p:txBody>
          </p:sp>
        </p:grpSp>
        <p:grpSp>
          <p:nvGrpSpPr>
            <p:cNvPr id="65" name="Group 64"/>
            <p:cNvGrpSpPr>
              <a:grpSpLocks noChangeAspect="1"/>
            </p:cNvGrpSpPr>
            <p:nvPr userDrawn="1"/>
          </p:nvGrpSpPr>
          <p:grpSpPr>
            <a:xfrm>
              <a:off x="7989092" y="937260"/>
              <a:ext cx="548640" cy="403785"/>
              <a:chOff x="8164513" y="7223125"/>
              <a:chExt cx="481013" cy="354013"/>
            </a:xfrm>
            <a:solidFill>
              <a:schemeClr val="bg1"/>
            </a:solidFill>
          </p:grpSpPr>
          <p:sp>
            <p:nvSpPr>
              <p:cNvPr id="66" name="Freeform 111"/>
              <p:cNvSpPr>
                <a:spLocks noEditPoints="1"/>
              </p:cNvSpPr>
              <p:nvPr/>
            </p:nvSpPr>
            <p:spPr bwMode="auto">
              <a:xfrm>
                <a:off x="8164513" y="7335838"/>
                <a:ext cx="334963" cy="241300"/>
              </a:xfrm>
              <a:custGeom>
                <a:avLst/>
                <a:gdLst>
                  <a:gd name="T0" fmla="*/ 30 w 89"/>
                  <a:gd name="T1" fmla="*/ 0 h 64"/>
                  <a:gd name="T2" fmla="*/ 10 w 89"/>
                  <a:gd name="T3" fmla="*/ 0 h 64"/>
                  <a:gd name="T4" fmla="*/ 10 w 89"/>
                  <a:gd name="T5" fmla="*/ 6 h 64"/>
                  <a:gd name="T6" fmla="*/ 0 w 89"/>
                  <a:gd name="T7" fmla="*/ 6 h 64"/>
                  <a:gd name="T8" fmla="*/ 0 w 89"/>
                  <a:gd name="T9" fmla="*/ 64 h 64"/>
                  <a:gd name="T10" fmla="*/ 89 w 89"/>
                  <a:gd name="T11" fmla="*/ 64 h 64"/>
                  <a:gd name="T12" fmla="*/ 89 w 89"/>
                  <a:gd name="T13" fmla="*/ 6 h 64"/>
                  <a:gd name="T14" fmla="*/ 30 w 89"/>
                  <a:gd name="T15" fmla="*/ 6 h 64"/>
                  <a:gd name="T16" fmla="*/ 30 w 89"/>
                  <a:gd name="T17" fmla="*/ 0 h 64"/>
                  <a:gd name="T18" fmla="*/ 59 w 89"/>
                  <a:gd name="T19" fmla="*/ 15 h 64"/>
                  <a:gd name="T20" fmla="*/ 79 w 89"/>
                  <a:gd name="T21" fmla="*/ 35 h 64"/>
                  <a:gd name="T22" fmla="*/ 59 w 89"/>
                  <a:gd name="T23" fmla="*/ 55 h 64"/>
                  <a:gd name="T24" fmla="*/ 39 w 89"/>
                  <a:gd name="T25" fmla="*/ 35 h 64"/>
                  <a:gd name="T26" fmla="*/ 59 w 89"/>
                  <a:gd name="T27" fmla="*/ 15 h 64"/>
                  <a:gd name="T28" fmla="*/ 30 w 89"/>
                  <a:gd name="T29" fmla="*/ 25 h 64"/>
                  <a:gd name="T30" fmla="*/ 10 w 89"/>
                  <a:gd name="T31" fmla="*/ 25 h 64"/>
                  <a:gd name="T32" fmla="*/ 10 w 89"/>
                  <a:gd name="T33" fmla="*/ 15 h 64"/>
                  <a:gd name="T34" fmla="*/ 30 w 89"/>
                  <a:gd name="T35" fmla="*/ 15 h 64"/>
                  <a:gd name="T36" fmla="*/ 30 w 89"/>
                  <a:gd name="T37" fmla="*/ 25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89" h="64">
                    <a:moveTo>
                      <a:pt x="30" y="0"/>
                    </a:moveTo>
                    <a:cubicBezTo>
                      <a:pt x="10" y="0"/>
                      <a:pt x="10" y="0"/>
                      <a:pt x="10" y="0"/>
                    </a:cubicBezTo>
                    <a:cubicBezTo>
                      <a:pt x="10" y="6"/>
                      <a:pt x="10" y="6"/>
                      <a:pt x="1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64"/>
                      <a:pt x="0" y="64"/>
                      <a:pt x="0" y="64"/>
                    </a:cubicBezTo>
                    <a:cubicBezTo>
                      <a:pt x="89" y="64"/>
                      <a:pt x="89" y="64"/>
                      <a:pt x="89" y="64"/>
                    </a:cubicBezTo>
                    <a:cubicBezTo>
                      <a:pt x="89" y="6"/>
                      <a:pt x="89" y="6"/>
                      <a:pt x="89" y="6"/>
                    </a:cubicBezTo>
                    <a:cubicBezTo>
                      <a:pt x="30" y="6"/>
                      <a:pt x="30" y="6"/>
                      <a:pt x="30" y="6"/>
                    </a:cubicBezTo>
                    <a:lnTo>
                      <a:pt x="30" y="0"/>
                    </a:lnTo>
                    <a:close/>
                    <a:moveTo>
                      <a:pt x="59" y="15"/>
                    </a:moveTo>
                    <a:cubicBezTo>
                      <a:pt x="70" y="15"/>
                      <a:pt x="79" y="24"/>
                      <a:pt x="79" y="35"/>
                    </a:cubicBezTo>
                    <a:cubicBezTo>
                      <a:pt x="79" y="46"/>
                      <a:pt x="70" y="55"/>
                      <a:pt x="59" y="55"/>
                    </a:cubicBezTo>
                    <a:cubicBezTo>
                      <a:pt x="48" y="55"/>
                      <a:pt x="39" y="46"/>
                      <a:pt x="39" y="35"/>
                    </a:cubicBezTo>
                    <a:cubicBezTo>
                      <a:pt x="39" y="24"/>
                      <a:pt x="48" y="15"/>
                      <a:pt x="59" y="15"/>
                    </a:cubicBezTo>
                    <a:close/>
                    <a:moveTo>
                      <a:pt x="30" y="25"/>
                    </a:moveTo>
                    <a:cubicBezTo>
                      <a:pt x="10" y="25"/>
                      <a:pt x="10" y="25"/>
                      <a:pt x="10" y="25"/>
                    </a:cubicBezTo>
                    <a:cubicBezTo>
                      <a:pt x="10" y="15"/>
                      <a:pt x="10" y="15"/>
                      <a:pt x="10" y="15"/>
                    </a:cubicBezTo>
                    <a:cubicBezTo>
                      <a:pt x="30" y="15"/>
                      <a:pt x="30" y="15"/>
                      <a:pt x="30" y="15"/>
                    </a:cubicBezTo>
                    <a:lnTo>
                      <a:pt x="30" y="2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446"/>
                <a:endParaRPr lang="id-ID" sz="1800">
                  <a:solidFill>
                    <a:prstClr val="black"/>
                  </a:solidFill>
                </a:endParaRPr>
              </a:p>
            </p:txBody>
          </p:sp>
          <p:sp>
            <p:nvSpPr>
              <p:cNvPr id="67" name="Oval 112"/>
              <p:cNvSpPr>
                <a:spLocks noChangeArrowheads="1"/>
              </p:cNvSpPr>
              <p:nvPr/>
            </p:nvSpPr>
            <p:spPr bwMode="auto">
              <a:xfrm>
                <a:off x="8348663" y="7431088"/>
                <a:ext cx="74613" cy="7461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446"/>
                <a:endParaRPr lang="id-ID" sz="1800">
                  <a:solidFill>
                    <a:prstClr val="black"/>
                  </a:solidFill>
                </a:endParaRPr>
              </a:p>
            </p:txBody>
          </p:sp>
          <p:sp>
            <p:nvSpPr>
              <p:cNvPr id="68" name="Freeform 113"/>
              <p:cNvSpPr>
                <a:spLocks/>
              </p:cNvSpPr>
              <p:nvPr/>
            </p:nvSpPr>
            <p:spPr bwMode="auto">
              <a:xfrm>
                <a:off x="8348663" y="7223125"/>
                <a:ext cx="296863" cy="307975"/>
              </a:xfrm>
              <a:custGeom>
                <a:avLst/>
                <a:gdLst>
                  <a:gd name="T0" fmla="*/ 26 w 187"/>
                  <a:gd name="T1" fmla="*/ 0 h 194"/>
                  <a:gd name="T2" fmla="*/ 0 w 187"/>
                  <a:gd name="T3" fmla="*/ 62 h 194"/>
                  <a:gd name="T4" fmla="*/ 21 w 187"/>
                  <a:gd name="T5" fmla="*/ 62 h 194"/>
                  <a:gd name="T6" fmla="*/ 35 w 187"/>
                  <a:gd name="T7" fmla="*/ 26 h 194"/>
                  <a:gd name="T8" fmla="*/ 161 w 187"/>
                  <a:gd name="T9" fmla="*/ 81 h 194"/>
                  <a:gd name="T10" fmla="*/ 123 w 187"/>
                  <a:gd name="T11" fmla="*/ 168 h 194"/>
                  <a:gd name="T12" fmla="*/ 116 w 187"/>
                  <a:gd name="T13" fmla="*/ 164 h 194"/>
                  <a:gd name="T14" fmla="*/ 116 w 187"/>
                  <a:gd name="T15" fmla="*/ 187 h 194"/>
                  <a:gd name="T16" fmla="*/ 135 w 187"/>
                  <a:gd name="T17" fmla="*/ 194 h 194"/>
                  <a:gd name="T18" fmla="*/ 187 w 187"/>
                  <a:gd name="T19" fmla="*/ 69 h 194"/>
                  <a:gd name="T20" fmla="*/ 26 w 187"/>
                  <a:gd name="T21" fmla="*/ 0 h 1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87" h="194">
                    <a:moveTo>
                      <a:pt x="26" y="0"/>
                    </a:moveTo>
                    <a:lnTo>
                      <a:pt x="0" y="62"/>
                    </a:lnTo>
                    <a:lnTo>
                      <a:pt x="21" y="62"/>
                    </a:lnTo>
                    <a:lnTo>
                      <a:pt x="35" y="26"/>
                    </a:lnTo>
                    <a:lnTo>
                      <a:pt x="161" y="81"/>
                    </a:lnTo>
                    <a:lnTo>
                      <a:pt x="123" y="168"/>
                    </a:lnTo>
                    <a:lnTo>
                      <a:pt x="116" y="164"/>
                    </a:lnTo>
                    <a:lnTo>
                      <a:pt x="116" y="187"/>
                    </a:lnTo>
                    <a:lnTo>
                      <a:pt x="135" y="194"/>
                    </a:lnTo>
                    <a:lnTo>
                      <a:pt x="187" y="69"/>
                    </a:lnTo>
                    <a:lnTo>
                      <a:pt x="26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446"/>
                <a:endParaRPr lang="id-ID" sz="1800">
                  <a:solidFill>
                    <a:prstClr val="black"/>
                  </a:solidFill>
                </a:endParaRPr>
              </a:p>
            </p:txBody>
          </p:sp>
        </p:grpSp>
      </p:grpSp>
      <p:sp>
        <p:nvSpPr>
          <p:cNvPr id="72" name="Title 1"/>
          <p:cNvSpPr>
            <a:spLocks noGrp="1"/>
          </p:cNvSpPr>
          <p:nvPr>
            <p:ph type="title" hasCustomPrompt="1"/>
          </p:nvPr>
        </p:nvSpPr>
        <p:spPr>
          <a:xfrm>
            <a:off x="5852160" y="381000"/>
            <a:ext cx="4998720" cy="609600"/>
          </a:xfrm>
          <a:noFill/>
          <a:ln>
            <a:noFill/>
          </a:ln>
        </p:spPr>
        <p:txBody>
          <a:bodyPr lIns="91440"/>
          <a:lstStyle/>
          <a:p>
            <a:r>
              <a:rPr lang="en-US" dirty="0"/>
              <a:t>Click to edit title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224730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50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30" grpId="0" animBg="1"/>
      <p:bldP spid="31" grpId="0" animBg="1"/>
      <p:bldP spid="32" grpId="0" animBg="1"/>
      <p:bldP spid="72" grpId="0"/>
    </p:bldLst>
  </p:timing>
  <p:extLst>
    <p:ext uri="{DCECCB84-F9BA-43D5-87BE-67443E8EF086}">
      <p15:sldGuideLst xmlns:p15="http://schemas.microsoft.com/office/powerpoint/2012/main">
        <p15:guide id="1" orient="horz" pos="3240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Portfoli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4"/>
          </p:nvPr>
        </p:nvSpPr>
        <p:spPr>
          <a:xfrm>
            <a:off x="5120640" y="1356360"/>
            <a:ext cx="6461760" cy="1950720"/>
          </a:xfrm>
          <a:ln w="38100">
            <a:solidFill>
              <a:schemeClr val="accent6"/>
            </a:solidFill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1600"/>
            </a:lvl1pPr>
          </a:lstStyle>
          <a:p>
            <a:endParaRPr lang="id-ID" dirty="0"/>
          </a:p>
        </p:txBody>
      </p:sp>
      <p:sp>
        <p:nvSpPr>
          <p:cNvPr id="31" name="Picture Placeholder 4"/>
          <p:cNvSpPr>
            <a:spLocks noGrp="1"/>
          </p:cNvSpPr>
          <p:nvPr>
            <p:ph type="pic" sz="quarter" idx="17"/>
          </p:nvPr>
        </p:nvSpPr>
        <p:spPr>
          <a:xfrm>
            <a:off x="5120640" y="3307080"/>
            <a:ext cx="3230880" cy="1950720"/>
          </a:xfrm>
          <a:ln w="38100">
            <a:solidFill>
              <a:schemeClr val="accent6"/>
            </a:solidFill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1600"/>
            </a:lvl1pPr>
          </a:lstStyle>
          <a:p>
            <a:endParaRPr lang="id-ID" dirty="0"/>
          </a:p>
        </p:txBody>
      </p:sp>
      <p:sp>
        <p:nvSpPr>
          <p:cNvPr id="32" name="Picture Placeholder 4"/>
          <p:cNvSpPr>
            <a:spLocks noGrp="1"/>
          </p:cNvSpPr>
          <p:nvPr>
            <p:ph type="pic" sz="quarter" idx="18"/>
          </p:nvPr>
        </p:nvSpPr>
        <p:spPr>
          <a:xfrm>
            <a:off x="8351520" y="3307080"/>
            <a:ext cx="3230880" cy="1950720"/>
          </a:xfrm>
          <a:ln w="38100">
            <a:solidFill>
              <a:schemeClr val="accent6"/>
            </a:solidFill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1600"/>
            </a:lvl1pPr>
          </a:lstStyle>
          <a:p>
            <a:endParaRPr lang="id-ID" dirty="0"/>
          </a:p>
        </p:txBody>
      </p:sp>
      <p:sp>
        <p:nvSpPr>
          <p:cNvPr id="30" name="Rectangle 29"/>
          <p:cNvSpPr/>
          <p:nvPr userDrawn="1"/>
        </p:nvSpPr>
        <p:spPr>
          <a:xfrm>
            <a:off x="12100560" y="0"/>
            <a:ext cx="91440" cy="6858000"/>
          </a:xfrm>
          <a:prstGeom prst="rect">
            <a:avLst/>
          </a:prstGeom>
          <a:solidFill>
            <a:schemeClr val="accent3">
              <a:alpha val="7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46"/>
            <a:endParaRPr lang="id-ID" sz="1800">
              <a:solidFill>
                <a:prstClr val="white"/>
              </a:solidFill>
            </a:endParaRPr>
          </a:p>
        </p:txBody>
      </p:sp>
      <p:grpSp>
        <p:nvGrpSpPr>
          <p:cNvPr id="46" name="Group 45"/>
          <p:cNvGrpSpPr>
            <a:grpSpLocks noChangeAspect="1"/>
          </p:cNvGrpSpPr>
          <p:nvPr userDrawn="1"/>
        </p:nvGrpSpPr>
        <p:grpSpPr>
          <a:xfrm>
            <a:off x="5059680" y="381000"/>
            <a:ext cx="611128" cy="609600"/>
            <a:chOff x="7680960" y="617220"/>
            <a:chExt cx="1097280" cy="1097280"/>
          </a:xfrm>
        </p:grpSpPr>
        <p:grpSp>
          <p:nvGrpSpPr>
            <p:cNvPr id="47" name="Group 46"/>
            <p:cNvGrpSpPr/>
            <p:nvPr/>
          </p:nvGrpSpPr>
          <p:grpSpPr>
            <a:xfrm>
              <a:off x="7680960" y="617220"/>
              <a:ext cx="1097280" cy="1097280"/>
              <a:chOff x="8366760" y="2720340"/>
              <a:chExt cx="1097280" cy="1097280"/>
            </a:xfrm>
          </p:grpSpPr>
          <p:sp>
            <p:nvSpPr>
              <p:cNvPr id="52" name="Oval 51"/>
              <p:cNvSpPr>
                <a:spLocks noChangeAspect="1"/>
              </p:cNvSpPr>
              <p:nvPr userDrawn="1"/>
            </p:nvSpPr>
            <p:spPr>
              <a:xfrm>
                <a:off x="8366760" y="2720340"/>
                <a:ext cx="1097280" cy="1097280"/>
              </a:xfrm>
              <a:prstGeom prst="ellipse">
                <a:avLst/>
              </a:prstGeom>
              <a:solidFill>
                <a:schemeClr val="accent5"/>
              </a:solidFill>
              <a:ln w="1905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446"/>
                <a:endParaRPr lang="id-ID" sz="1800">
                  <a:solidFill>
                    <a:prstClr val="white"/>
                  </a:solidFill>
                </a:endParaRPr>
              </a:p>
            </p:txBody>
          </p:sp>
          <p:sp>
            <p:nvSpPr>
              <p:cNvPr id="53" name="Oval 52"/>
              <p:cNvSpPr>
                <a:spLocks noChangeAspect="1"/>
              </p:cNvSpPr>
              <p:nvPr userDrawn="1"/>
            </p:nvSpPr>
            <p:spPr>
              <a:xfrm>
                <a:off x="8412480" y="2766060"/>
                <a:ext cx="1005840" cy="1005840"/>
              </a:xfrm>
              <a:prstGeom prst="ellipse">
                <a:avLst/>
              </a:prstGeom>
              <a:solidFill>
                <a:schemeClr val="accent6"/>
              </a:solidFill>
              <a:ln w="152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446"/>
                <a:endParaRPr lang="id-ID" sz="1800">
                  <a:solidFill>
                    <a:prstClr val="white"/>
                  </a:solidFill>
                </a:endParaRPr>
              </a:p>
            </p:txBody>
          </p:sp>
          <p:sp>
            <p:nvSpPr>
              <p:cNvPr id="54" name="Oval 53"/>
              <p:cNvSpPr>
                <a:spLocks noChangeAspect="1"/>
              </p:cNvSpPr>
              <p:nvPr/>
            </p:nvSpPr>
            <p:spPr>
              <a:xfrm>
                <a:off x="8458200" y="2811780"/>
                <a:ext cx="914400" cy="914400"/>
              </a:xfrm>
              <a:prstGeom prst="ellipse">
                <a:avLst/>
              </a:prstGeom>
              <a:solidFill>
                <a:schemeClr val="accent3"/>
              </a:solidFill>
              <a:ln w="152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446"/>
                <a:endParaRPr lang="id-ID" sz="1800">
                  <a:solidFill>
                    <a:prstClr val="white"/>
                  </a:solidFill>
                </a:endParaRPr>
              </a:p>
            </p:txBody>
          </p:sp>
        </p:grpSp>
        <p:grpSp>
          <p:nvGrpSpPr>
            <p:cNvPr id="48" name="Group 47"/>
            <p:cNvGrpSpPr>
              <a:grpSpLocks noChangeAspect="1"/>
            </p:cNvGrpSpPr>
            <p:nvPr userDrawn="1"/>
          </p:nvGrpSpPr>
          <p:grpSpPr>
            <a:xfrm>
              <a:off x="7989092" y="937260"/>
              <a:ext cx="548640" cy="403785"/>
              <a:chOff x="8164513" y="7223125"/>
              <a:chExt cx="481013" cy="354013"/>
            </a:xfrm>
            <a:solidFill>
              <a:schemeClr val="bg1"/>
            </a:solidFill>
          </p:grpSpPr>
          <p:sp>
            <p:nvSpPr>
              <p:cNvPr id="49" name="Freeform 111"/>
              <p:cNvSpPr>
                <a:spLocks noEditPoints="1"/>
              </p:cNvSpPr>
              <p:nvPr/>
            </p:nvSpPr>
            <p:spPr bwMode="auto">
              <a:xfrm>
                <a:off x="8164513" y="7335838"/>
                <a:ext cx="334963" cy="241300"/>
              </a:xfrm>
              <a:custGeom>
                <a:avLst/>
                <a:gdLst>
                  <a:gd name="T0" fmla="*/ 30 w 89"/>
                  <a:gd name="T1" fmla="*/ 0 h 64"/>
                  <a:gd name="T2" fmla="*/ 10 w 89"/>
                  <a:gd name="T3" fmla="*/ 0 h 64"/>
                  <a:gd name="T4" fmla="*/ 10 w 89"/>
                  <a:gd name="T5" fmla="*/ 6 h 64"/>
                  <a:gd name="T6" fmla="*/ 0 w 89"/>
                  <a:gd name="T7" fmla="*/ 6 h 64"/>
                  <a:gd name="T8" fmla="*/ 0 w 89"/>
                  <a:gd name="T9" fmla="*/ 64 h 64"/>
                  <a:gd name="T10" fmla="*/ 89 w 89"/>
                  <a:gd name="T11" fmla="*/ 64 h 64"/>
                  <a:gd name="T12" fmla="*/ 89 w 89"/>
                  <a:gd name="T13" fmla="*/ 6 h 64"/>
                  <a:gd name="T14" fmla="*/ 30 w 89"/>
                  <a:gd name="T15" fmla="*/ 6 h 64"/>
                  <a:gd name="T16" fmla="*/ 30 w 89"/>
                  <a:gd name="T17" fmla="*/ 0 h 64"/>
                  <a:gd name="T18" fmla="*/ 59 w 89"/>
                  <a:gd name="T19" fmla="*/ 15 h 64"/>
                  <a:gd name="T20" fmla="*/ 79 w 89"/>
                  <a:gd name="T21" fmla="*/ 35 h 64"/>
                  <a:gd name="T22" fmla="*/ 59 w 89"/>
                  <a:gd name="T23" fmla="*/ 55 h 64"/>
                  <a:gd name="T24" fmla="*/ 39 w 89"/>
                  <a:gd name="T25" fmla="*/ 35 h 64"/>
                  <a:gd name="T26" fmla="*/ 59 w 89"/>
                  <a:gd name="T27" fmla="*/ 15 h 64"/>
                  <a:gd name="T28" fmla="*/ 30 w 89"/>
                  <a:gd name="T29" fmla="*/ 25 h 64"/>
                  <a:gd name="T30" fmla="*/ 10 w 89"/>
                  <a:gd name="T31" fmla="*/ 25 h 64"/>
                  <a:gd name="T32" fmla="*/ 10 w 89"/>
                  <a:gd name="T33" fmla="*/ 15 h 64"/>
                  <a:gd name="T34" fmla="*/ 30 w 89"/>
                  <a:gd name="T35" fmla="*/ 15 h 64"/>
                  <a:gd name="T36" fmla="*/ 30 w 89"/>
                  <a:gd name="T37" fmla="*/ 25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89" h="64">
                    <a:moveTo>
                      <a:pt x="30" y="0"/>
                    </a:moveTo>
                    <a:cubicBezTo>
                      <a:pt x="10" y="0"/>
                      <a:pt x="10" y="0"/>
                      <a:pt x="10" y="0"/>
                    </a:cubicBezTo>
                    <a:cubicBezTo>
                      <a:pt x="10" y="6"/>
                      <a:pt x="10" y="6"/>
                      <a:pt x="1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64"/>
                      <a:pt x="0" y="64"/>
                      <a:pt x="0" y="64"/>
                    </a:cubicBezTo>
                    <a:cubicBezTo>
                      <a:pt x="89" y="64"/>
                      <a:pt x="89" y="64"/>
                      <a:pt x="89" y="64"/>
                    </a:cubicBezTo>
                    <a:cubicBezTo>
                      <a:pt x="89" y="6"/>
                      <a:pt x="89" y="6"/>
                      <a:pt x="89" y="6"/>
                    </a:cubicBezTo>
                    <a:cubicBezTo>
                      <a:pt x="30" y="6"/>
                      <a:pt x="30" y="6"/>
                      <a:pt x="30" y="6"/>
                    </a:cubicBezTo>
                    <a:lnTo>
                      <a:pt x="30" y="0"/>
                    </a:lnTo>
                    <a:close/>
                    <a:moveTo>
                      <a:pt x="59" y="15"/>
                    </a:moveTo>
                    <a:cubicBezTo>
                      <a:pt x="70" y="15"/>
                      <a:pt x="79" y="24"/>
                      <a:pt x="79" y="35"/>
                    </a:cubicBezTo>
                    <a:cubicBezTo>
                      <a:pt x="79" y="46"/>
                      <a:pt x="70" y="55"/>
                      <a:pt x="59" y="55"/>
                    </a:cubicBezTo>
                    <a:cubicBezTo>
                      <a:pt x="48" y="55"/>
                      <a:pt x="39" y="46"/>
                      <a:pt x="39" y="35"/>
                    </a:cubicBezTo>
                    <a:cubicBezTo>
                      <a:pt x="39" y="24"/>
                      <a:pt x="48" y="15"/>
                      <a:pt x="59" y="15"/>
                    </a:cubicBezTo>
                    <a:close/>
                    <a:moveTo>
                      <a:pt x="30" y="25"/>
                    </a:moveTo>
                    <a:cubicBezTo>
                      <a:pt x="10" y="25"/>
                      <a:pt x="10" y="25"/>
                      <a:pt x="10" y="25"/>
                    </a:cubicBezTo>
                    <a:cubicBezTo>
                      <a:pt x="10" y="15"/>
                      <a:pt x="10" y="15"/>
                      <a:pt x="10" y="15"/>
                    </a:cubicBezTo>
                    <a:cubicBezTo>
                      <a:pt x="30" y="15"/>
                      <a:pt x="30" y="15"/>
                      <a:pt x="30" y="15"/>
                    </a:cubicBezTo>
                    <a:lnTo>
                      <a:pt x="30" y="2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446"/>
                <a:endParaRPr lang="id-ID" sz="1800">
                  <a:solidFill>
                    <a:prstClr val="black"/>
                  </a:solidFill>
                </a:endParaRPr>
              </a:p>
            </p:txBody>
          </p:sp>
          <p:sp>
            <p:nvSpPr>
              <p:cNvPr id="50" name="Oval 112"/>
              <p:cNvSpPr>
                <a:spLocks noChangeArrowheads="1"/>
              </p:cNvSpPr>
              <p:nvPr/>
            </p:nvSpPr>
            <p:spPr bwMode="auto">
              <a:xfrm>
                <a:off x="8348663" y="7431088"/>
                <a:ext cx="74613" cy="7461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446"/>
                <a:endParaRPr lang="id-ID" sz="1800">
                  <a:solidFill>
                    <a:prstClr val="black"/>
                  </a:solidFill>
                </a:endParaRPr>
              </a:p>
            </p:txBody>
          </p:sp>
          <p:sp>
            <p:nvSpPr>
              <p:cNvPr id="51" name="Freeform 113"/>
              <p:cNvSpPr>
                <a:spLocks/>
              </p:cNvSpPr>
              <p:nvPr/>
            </p:nvSpPr>
            <p:spPr bwMode="auto">
              <a:xfrm>
                <a:off x="8348663" y="7223125"/>
                <a:ext cx="296863" cy="307975"/>
              </a:xfrm>
              <a:custGeom>
                <a:avLst/>
                <a:gdLst>
                  <a:gd name="T0" fmla="*/ 26 w 187"/>
                  <a:gd name="T1" fmla="*/ 0 h 194"/>
                  <a:gd name="T2" fmla="*/ 0 w 187"/>
                  <a:gd name="T3" fmla="*/ 62 h 194"/>
                  <a:gd name="T4" fmla="*/ 21 w 187"/>
                  <a:gd name="T5" fmla="*/ 62 h 194"/>
                  <a:gd name="T6" fmla="*/ 35 w 187"/>
                  <a:gd name="T7" fmla="*/ 26 h 194"/>
                  <a:gd name="T8" fmla="*/ 161 w 187"/>
                  <a:gd name="T9" fmla="*/ 81 h 194"/>
                  <a:gd name="T10" fmla="*/ 123 w 187"/>
                  <a:gd name="T11" fmla="*/ 168 h 194"/>
                  <a:gd name="T12" fmla="*/ 116 w 187"/>
                  <a:gd name="T13" fmla="*/ 164 h 194"/>
                  <a:gd name="T14" fmla="*/ 116 w 187"/>
                  <a:gd name="T15" fmla="*/ 187 h 194"/>
                  <a:gd name="T16" fmla="*/ 135 w 187"/>
                  <a:gd name="T17" fmla="*/ 194 h 194"/>
                  <a:gd name="T18" fmla="*/ 187 w 187"/>
                  <a:gd name="T19" fmla="*/ 69 h 194"/>
                  <a:gd name="T20" fmla="*/ 26 w 187"/>
                  <a:gd name="T21" fmla="*/ 0 h 1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87" h="194">
                    <a:moveTo>
                      <a:pt x="26" y="0"/>
                    </a:moveTo>
                    <a:lnTo>
                      <a:pt x="0" y="62"/>
                    </a:lnTo>
                    <a:lnTo>
                      <a:pt x="21" y="62"/>
                    </a:lnTo>
                    <a:lnTo>
                      <a:pt x="35" y="26"/>
                    </a:lnTo>
                    <a:lnTo>
                      <a:pt x="161" y="81"/>
                    </a:lnTo>
                    <a:lnTo>
                      <a:pt x="123" y="168"/>
                    </a:lnTo>
                    <a:lnTo>
                      <a:pt x="116" y="164"/>
                    </a:lnTo>
                    <a:lnTo>
                      <a:pt x="116" y="187"/>
                    </a:lnTo>
                    <a:lnTo>
                      <a:pt x="135" y="194"/>
                    </a:lnTo>
                    <a:lnTo>
                      <a:pt x="187" y="69"/>
                    </a:lnTo>
                    <a:lnTo>
                      <a:pt x="26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446"/>
                <a:endParaRPr lang="id-ID" sz="1800">
                  <a:solidFill>
                    <a:prstClr val="black"/>
                  </a:solidFill>
                </a:endParaRPr>
              </a:p>
            </p:txBody>
          </p:sp>
        </p:grpSp>
      </p:grpSp>
      <p:sp>
        <p:nvSpPr>
          <p:cNvPr id="24" name="Rectangle 23"/>
          <p:cNvSpPr/>
          <p:nvPr userDrawn="1"/>
        </p:nvSpPr>
        <p:spPr>
          <a:xfrm>
            <a:off x="1" y="0"/>
            <a:ext cx="451103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46"/>
            <a:endParaRPr lang="id-ID" sz="1800">
              <a:solidFill>
                <a:prstClr val="white"/>
              </a:solidFill>
            </a:endParaRPr>
          </a:p>
        </p:txBody>
      </p:sp>
      <p:sp>
        <p:nvSpPr>
          <p:cNvPr id="25" name="Rectangle 24"/>
          <p:cNvSpPr/>
          <p:nvPr userDrawn="1"/>
        </p:nvSpPr>
        <p:spPr>
          <a:xfrm>
            <a:off x="0" y="0"/>
            <a:ext cx="48768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46"/>
            <a:endParaRPr lang="id-ID" sz="1800">
              <a:solidFill>
                <a:prstClr val="white"/>
              </a:solidFill>
            </a:endParaRPr>
          </a:p>
        </p:txBody>
      </p:sp>
      <p:grpSp>
        <p:nvGrpSpPr>
          <p:cNvPr id="26" name="Group 25"/>
          <p:cNvGrpSpPr>
            <a:grpSpLocks noChangeAspect="1"/>
          </p:cNvGrpSpPr>
          <p:nvPr userDrawn="1"/>
        </p:nvGrpSpPr>
        <p:grpSpPr>
          <a:xfrm>
            <a:off x="1036319" y="441960"/>
            <a:ext cx="2926080" cy="2924251"/>
            <a:chOff x="6949416" y="2948916"/>
            <a:chExt cx="4389120" cy="4389120"/>
          </a:xfrm>
        </p:grpSpPr>
        <p:sp>
          <p:nvSpPr>
            <p:cNvPr id="27" name="Oval 26"/>
            <p:cNvSpPr>
              <a:spLocks noChangeAspect="1"/>
            </p:cNvSpPr>
            <p:nvPr userDrawn="1"/>
          </p:nvSpPr>
          <p:spPr>
            <a:xfrm>
              <a:off x="6949416" y="2948916"/>
              <a:ext cx="4389120" cy="4389120"/>
            </a:xfrm>
            <a:prstGeom prst="ellipse">
              <a:avLst/>
            </a:prstGeom>
            <a:solidFill>
              <a:schemeClr val="accent5"/>
            </a:solidFill>
            <a:ln w="1905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46"/>
              <a:endParaRPr lang="id-ID" sz="1800">
                <a:solidFill>
                  <a:prstClr val="white"/>
                </a:solidFill>
              </a:endParaRPr>
            </a:p>
          </p:txBody>
        </p:sp>
        <p:sp>
          <p:nvSpPr>
            <p:cNvPr id="28" name="Oval 27"/>
            <p:cNvSpPr>
              <a:spLocks noChangeAspect="1"/>
            </p:cNvSpPr>
            <p:nvPr userDrawn="1"/>
          </p:nvSpPr>
          <p:spPr>
            <a:xfrm>
              <a:off x="7132342" y="3131842"/>
              <a:ext cx="4023360" cy="4023360"/>
            </a:xfrm>
            <a:prstGeom prst="ellipse">
              <a:avLst/>
            </a:prstGeom>
            <a:solidFill>
              <a:schemeClr val="accent6"/>
            </a:solidFill>
            <a:ln w="152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46"/>
              <a:endParaRPr lang="id-ID" sz="1800">
                <a:solidFill>
                  <a:prstClr val="white"/>
                </a:solidFill>
              </a:endParaRPr>
            </a:p>
          </p:txBody>
        </p:sp>
      </p:grpSp>
      <p:sp>
        <p:nvSpPr>
          <p:cNvPr id="29" name="Picture Placeholder 24"/>
          <p:cNvSpPr>
            <a:spLocks noGrp="1" noChangeAspect="1"/>
          </p:cNvSpPr>
          <p:nvPr>
            <p:ph type="pic" sz="quarter" idx="11"/>
          </p:nvPr>
        </p:nvSpPr>
        <p:spPr>
          <a:xfrm>
            <a:off x="1219199" y="623925"/>
            <a:ext cx="2560320" cy="2560320"/>
          </a:xfrm>
          <a:custGeom>
            <a:avLst/>
            <a:gdLst>
              <a:gd name="connsiteX0" fmla="*/ 1769315 w 3840479"/>
              <a:gd name="connsiteY0" fmla="*/ 0 h 3832859"/>
              <a:gd name="connsiteX1" fmla="*/ 2071163 w 3840479"/>
              <a:gd name="connsiteY1" fmla="*/ 0 h 3832859"/>
              <a:gd name="connsiteX2" fmla="*/ 2116572 w 3840479"/>
              <a:gd name="connsiteY2" fmla="*/ 2293 h 3832859"/>
              <a:gd name="connsiteX3" fmla="*/ 3840479 w 3840479"/>
              <a:gd name="connsiteY3" fmla="*/ 1912619 h 3832859"/>
              <a:gd name="connsiteX4" fmla="*/ 1920239 w 3840479"/>
              <a:gd name="connsiteY4" fmla="*/ 3832859 h 3832859"/>
              <a:gd name="connsiteX5" fmla="*/ 9913 w 3840479"/>
              <a:gd name="connsiteY5" fmla="*/ 2108953 h 3832859"/>
              <a:gd name="connsiteX6" fmla="*/ 0 w 3840479"/>
              <a:gd name="connsiteY6" fmla="*/ 1912639 h 3832859"/>
              <a:gd name="connsiteX7" fmla="*/ 0 w 3840479"/>
              <a:gd name="connsiteY7" fmla="*/ 1912600 h 3832859"/>
              <a:gd name="connsiteX8" fmla="*/ 9913 w 3840479"/>
              <a:gd name="connsiteY8" fmla="*/ 1716286 h 3832859"/>
              <a:gd name="connsiteX9" fmla="*/ 1723906 w 3840479"/>
              <a:gd name="connsiteY9" fmla="*/ 2293 h 3832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840479" h="3832859">
                <a:moveTo>
                  <a:pt x="1769315" y="0"/>
                </a:moveTo>
                <a:lnTo>
                  <a:pt x="2071163" y="0"/>
                </a:lnTo>
                <a:lnTo>
                  <a:pt x="2116572" y="2293"/>
                </a:lnTo>
                <a:cubicBezTo>
                  <a:pt x="3084865" y="100629"/>
                  <a:pt x="3840479" y="918383"/>
                  <a:pt x="3840479" y="1912619"/>
                </a:cubicBezTo>
                <a:cubicBezTo>
                  <a:pt x="3840479" y="2973138"/>
                  <a:pt x="2980758" y="3832859"/>
                  <a:pt x="1920239" y="3832859"/>
                </a:cubicBezTo>
                <a:cubicBezTo>
                  <a:pt x="926003" y="3832859"/>
                  <a:pt x="108249" y="3077245"/>
                  <a:pt x="9913" y="2108953"/>
                </a:cubicBezTo>
                <a:lnTo>
                  <a:pt x="0" y="1912639"/>
                </a:lnTo>
                <a:lnTo>
                  <a:pt x="0" y="1912600"/>
                </a:lnTo>
                <a:lnTo>
                  <a:pt x="9913" y="1716286"/>
                </a:lnTo>
                <a:cubicBezTo>
                  <a:pt x="101693" y="812546"/>
                  <a:pt x="820166" y="94073"/>
                  <a:pt x="1723906" y="2293"/>
                </a:cubicBez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600"/>
            </a:lvl1pPr>
          </a:lstStyle>
          <a:p>
            <a:endParaRPr lang="id-ID" dirty="0"/>
          </a:p>
        </p:txBody>
      </p:sp>
      <p:sp>
        <p:nvSpPr>
          <p:cNvPr id="33" name="Text Placeholder 16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60" y="5562600"/>
            <a:ext cx="3169920" cy="30480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467" b="1">
                <a:latin typeface="+mj-lt"/>
              </a:defRPr>
            </a:lvl1pPr>
            <a:lvl2pPr marL="457223" indent="0">
              <a:buFont typeface="Arial" panose="020B0604020202020204" pitchFamily="34" charset="0"/>
              <a:buNone/>
              <a:defRPr sz="1333"/>
            </a:lvl2pPr>
            <a:lvl3pPr marL="914446" indent="0">
              <a:buFont typeface="Arial" panose="020B0604020202020204" pitchFamily="34" charset="0"/>
              <a:buNone/>
              <a:defRPr sz="1333"/>
            </a:lvl3pPr>
            <a:lvl4pPr marL="1371669" indent="0">
              <a:buFont typeface="Arial" panose="020B0604020202020204" pitchFamily="34" charset="0"/>
              <a:buNone/>
              <a:defRPr sz="1333"/>
            </a:lvl4pPr>
            <a:lvl5pPr marL="1828891" indent="0">
              <a:buFont typeface="Arial" panose="020B0604020202020204" pitchFamily="34" charset="0"/>
              <a:buNone/>
              <a:defRPr sz="1333"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34" name="Text Placeholder 16"/>
          <p:cNvSpPr>
            <a:spLocks noGrp="1"/>
          </p:cNvSpPr>
          <p:nvPr>
            <p:ph type="body" sz="quarter" idx="15" hasCustomPrompt="1"/>
          </p:nvPr>
        </p:nvSpPr>
        <p:spPr>
          <a:xfrm>
            <a:off x="5547360" y="5867400"/>
            <a:ext cx="6014720" cy="60960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333"/>
            </a:lvl1pPr>
            <a:lvl2pPr marL="457223" indent="0">
              <a:buFont typeface="Arial" panose="020B0604020202020204" pitchFamily="34" charset="0"/>
              <a:buNone/>
              <a:defRPr sz="1333"/>
            </a:lvl2pPr>
            <a:lvl3pPr marL="914446" indent="0">
              <a:buFont typeface="Arial" panose="020B0604020202020204" pitchFamily="34" charset="0"/>
              <a:buNone/>
              <a:defRPr sz="1333"/>
            </a:lvl3pPr>
            <a:lvl4pPr marL="1371669" indent="0">
              <a:buFont typeface="Arial" panose="020B0604020202020204" pitchFamily="34" charset="0"/>
              <a:buNone/>
              <a:defRPr sz="1333"/>
            </a:lvl4pPr>
            <a:lvl5pPr marL="1828891" indent="0">
              <a:buFont typeface="Arial" panose="020B0604020202020204" pitchFamily="34" charset="0"/>
              <a:buNone/>
              <a:defRPr sz="1333"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35" name="Title 1"/>
          <p:cNvSpPr>
            <a:spLocks noGrp="1"/>
          </p:cNvSpPr>
          <p:nvPr>
            <p:ph type="title" hasCustomPrompt="1"/>
          </p:nvPr>
        </p:nvSpPr>
        <p:spPr>
          <a:xfrm>
            <a:off x="5852160" y="381000"/>
            <a:ext cx="4998720" cy="609600"/>
          </a:xfrm>
          <a:noFill/>
          <a:ln>
            <a:noFill/>
          </a:ln>
        </p:spPr>
        <p:txBody>
          <a:bodyPr lIns="91440"/>
          <a:lstStyle/>
          <a:p>
            <a:r>
              <a:rPr lang="en-US" dirty="0"/>
              <a:t>Click to edit title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2803011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31" grpId="0" animBg="1"/>
      <p:bldP spid="32" grpId="0" animBg="1"/>
      <p:bldP spid="35" grpId="0"/>
    </p:bldLst>
  </p:timing>
  <p:extLst>
    <p:ext uri="{DCECCB84-F9BA-43D5-87BE-67443E8EF086}">
      <p15:sldGuideLst xmlns:p15="http://schemas.microsoft.com/office/powerpoint/2012/main">
        <p15:guide id="1" orient="horz" pos="3240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>
            <a:grpSpLocks noChangeAspect="1"/>
          </p:cNvGrpSpPr>
          <p:nvPr userDrawn="1"/>
        </p:nvGrpSpPr>
        <p:grpSpPr>
          <a:xfrm>
            <a:off x="5059680" y="381000"/>
            <a:ext cx="609600" cy="608076"/>
            <a:chOff x="7680960" y="617220"/>
            <a:chExt cx="1097280" cy="1097280"/>
          </a:xfrm>
        </p:grpSpPr>
        <p:grpSp>
          <p:nvGrpSpPr>
            <p:cNvPr id="19" name="Group 18"/>
            <p:cNvGrpSpPr/>
            <p:nvPr/>
          </p:nvGrpSpPr>
          <p:grpSpPr>
            <a:xfrm>
              <a:off x="7680960" y="617220"/>
              <a:ext cx="1097280" cy="1097280"/>
              <a:chOff x="8366760" y="2720340"/>
              <a:chExt cx="1097280" cy="1097280"/>
            </a:xfrm>
          </p:grpSpPr>
          <p:sp>
            <p:nvSpPr>
              <p:cNvPr id="21" name="Oval 20"/>
              <p:cNvSpPr>
                <a:spLocks noChangeAspect="1"/>
              </p:cNvSpPr>
              <p:nvPr userDrawn="1"/>
            </p:nvSpPr>
            <p:spPr>
              <a:xfrm>
                <a:off x="8366760" y="2720340"/>
                <a:ext cx="1097280" cy="1097280"/>
              </a:xfrm>
              <a:prstGeom prst="ellipse">
                <a:avLst/>
              </a:prstGeom>
              <a:solidFill>
                <a:schemeClr val="accent5"/>
              </a:solidFill>
              <a:ln w="1905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446"/>
                <a:endParaRPr lang="id-ID" sz="1800">
                  <a:solidFill>
                    <a:prstClr val="white"/>
                  </a:solidFill>
                </a:endParaRPr>
              </a:p>
            </p:txBody>
          </p:sp>
          <p:sp>
            <p:nvSpPr>
              <p:cNvPr id="22" name="Oval 21"/>
              <p:cNvSpPr>
                <a:spLocks noChangeAspect="1"/>
              </p:cNvSpPr>
              <p:nvPr userDrawn="1"/>
            </p:nvSpPr>
            <p:spPr>
              <a:xfrm>
                <a:off x="8412480" y="2766060"/>
                <a:ext cx="1005840" cy="1005840"/>
              </a:xfrm>
              <a:prstGeom prst="ellipse">
                <a:avLst/>
              </a:prstGeom>
              <a:solidFill>
                <a:schemeClr val="accent6"/>
              </a:solidFill>
              <a:ln w="152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446"/>
                <a:endParaRPr lang="id-ID" sz="1800">
                  <a:solidFill>
                    <a:prstClr val="white"/>
                  </a:solidFill>
                </a:endParaRPr>
              </a:p>
            </p:txBody>
          </p:sp>
          <p:sp>
            <p:nvSpPr>
              <p:cNvPr id="23" name="Oval 22"/>
              <p:cNvSpPr>
                <a:spLocks noChangeAspect="1"/>
              </p:cNvSpPr>
              <p:nvPr/>
            </p:nvSpPr>
            <p:spPr>
              <a:xfrm>
                <a:off x="8458200" y="2811780"/>
                <a:ext cx="914400" cy="914400"/>
              </a:xfrm>
              <a:prstGeom prst="ellipse">
                <a:avLst/>
              </a:prstGeom>
              <a:solidFill>
                <a:schemeClr val="accent3"/>
              </a:solidFill>
              <a:ln w="152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446"/>
                <a:endParaRPr lang="id-ID" sz="180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16" name="Freeform 245"/>
            <p:cNvSpPr>
              <a:spLocks noChangeAspect="1" noEditPoints="1"/>
            </p:cNvSpPr>
            <p:nvPr userDrawn="1"/>
          </p:nvSpPr>
          <p:spPr bwMode="auto">
            <a:xfrm>
              <a:off x="8028123" y="891540"/>
              <a:ext cx="411027" cy="548640"/>
            </a:xfrm>
            <a:custGeom>
              <a:avLst/>
              <a:gdLst>
                <a:gd name="T0" fmla="*/ 48 w 96"/>
                <a:gd name="T1" fmla="*/ 0 h 128"/>
                <a:gd name="T2" fmla="*/ 48 w 96"/>
                <a:gd name="T3" fmla="*/ 0 h 128"/>
                <a:gd name="T4" fmla="*/ 48 w 96"/>
                <a:gd name="T5" fmla="*/ 0 h 128"/>
                <a:gd name="T6" fmla="*/ 48 w 96"/>
                <a:gd name="T7" fmla="*/ 0 h 128"/>
                <a:gd name="T8" fmla="*/ 48 w 96"/>
                <a:gd name="T9" fmla="*/ 0 h 128"/>
                <a:gd name="T10" fmla="*/ 0 w 96"/>
                <a:gd name="T11" fmla="*/ 47 h 128"/>
                <a:gd name="T12" fmla="*/ 48 w 96"/>
                <a:gd name="T13" fmla="*/ 128 h 128"/>
                <a:gd name="T14" fmla="*/ 96 w 96"/>
                <a:gd name="T15" fmla="*/ 47 h 128"/>
                <a:gd name="T16" fmla="*/ 48 w 96"/>
                <a:gd name="T17" fmla="*/ 0 h 128"/>
                <a:gd name="T18" fmla="*/ 48 w 96"/>
                <a:gd name="T19" fmla="*/ 71 h 128"/>
                <a:gd name="T20" fmla="*/ 23 w 96"/>
                <a:gd name="T21" fmla="*/ 47 h 128"/>
                <a:gd name="T22" fmla="*/ 48 w 96"/>
                <a:gd name="T23" fmla="*/ 22 h 128"/>
                <a:gd name="T24" fmla="*/ 73 w 96"/>
                <a:gd name="T25" fmla="*/ 47 h 128"/>
                <a:gd name="T26" fmla="*/ 48 w 96"/>
                <a:gd name="T27" fmla="*/ 71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96" h="128">
                  <a:moveTo>
                    <a:pt x="48" y="0"/>
                  </a:moveTo>
                  <a:cubicBezTo>
                    <a:pt x="48" y="0"/>
                    <a:pt x="48" y="0"/>
                    <a:pt x="48" y="0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22" y="0"/>
                    <a:pt x="0" y="21"/>
                    <a:pt x="0" y="47"/>
                  </a:cubicBezTo>
                  <a:cubicBezTo>
                    <a:pt x="0" y="81"/>
                    <a:pt x="48" y="128"/>
                    <a:pt x="48" y="128"/>
                  </a:cubicBezTo>
                  <a:cubicBezTo>
                    <a:pt x="48" y="128"/>
                    <a:pt x="96" y="81"/>
                    <a:pt x="96" y="47"/>
                  </a:cubicBezTo>
                  <a:cubicBezTo>
                    <a:pt x="96" y="21"/>
                    <a:pt x="74" y="0"/>
                    <a:pt x="48" y="0"/>
                  </a:cubicBezTo>
                  <a:close/>
                  <a:moveTo>
                    <a:pt x="48" y="71"/>
                  </a:moveTo>
                  <a:cubicBezTo>
                    <a:pt x="34" y="71"/>
                    <a:pt x="23" y="60"/>
                    <a:pt x="23" y="47"/>
                  </a:cubicBezTo>
                  <a:cubicBezTo>
                    <a:pt x="23" y="33"/>
                    <a:pt x="34" y="22"/>
                    <a:pt x="48" y="22"/>
                  </a:cubicBezTo>
                  <a:cubicBezTo>
                    <a:pt x="62" y="22"/>
                    <a:pt x="73" y="33"/>
                    <a:pt x="73" y="47"/>
                  </a:cubicBezTo>
                  <a:cubicBezTo>
                    <a:pt x="73" y="60"/>
                    <a:pt x="62" y="71"/>
                    <a:pt x="48" y="7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446"/>
              <a:endParaRPr lang="id-ID" sz="1800">
                <a:solidFill>
                  <a:prstClr val="black"/>
                </a:solidFill>
              </a:endParaRPr>
            </a:p>
          </p:txBody>
        </p:sp>
      </p:grpSp>
      <p:sp>
        <p:nvSpPr>
          <p:cNvPr id="20" name="Rectangle 19"/>
          <p:cNvSpPr/>
          <p:nvPr userDrawn="1"/>
        </p:nvSpPr>
        <p:spPr>
          <a:xfrm>
            <a:off x="12100560" y="0"/>
            <a:ext cx="91440" cy="6858000"/>
          </a:xfrm>
          <a:prstGeom prst="rect">
            <a:avLst/>
          </a:prstGeom>
          <a:solidFill>
            <a:schemeClr val="accent3">
              <a:alpha val="7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46"/>
            <a:endParaRPr lang="id-ID" sz="1800">
              <a:solidFill>
                <a:prstClr val="white"/>
              </a:solidFill>
            </a:endParaRPr>
          </a:p>
        </p:txBody>
      </p:sp>
      <p:sp>
        <p:nvSpPr>
          <p:cNvPr id="18" name="Rectangle 17"/>
          <p:cNvSpPr/>
          <p:nvPr userDrawn="1"/>
        </p:nvSpPr>
        <p:spPr>
          <a:xfrm>
            <a:off x="1" y="0"/>
            <a:ext cx="451103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46"/>
            <a:endParaRPr lang="id-ID" sz="1800">
              <a:solidFill>
                <a:prstClr val="white"/>
              </a:solidFill>
            </a:endParaRPr>
          </a:p>
        </p:txBody>
      </p:sp>
      <p:sp>
        <p:nvSpPr>
          <p:cNvPr id="25" name="Rectangle 24"/>
          <p:cNvSpPr/>
          <p:nvPr userDrawn="1"/>
        </p:nvSpPr>
        <p:spPr>
          <a:xfrm>
            <a:off x="0" y="0"/>
            <a:ext cx="48768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46"/>
            <a:endParaRPr lang="id-ID" sz="1800">
              <a:solidFill>
                <a:prstClr val="white"/>
              </a:solidFill>
            </a:endParaRPr>
          </a:p>
        </p:txBody>
      </p:sp>
      <p:grpSp>
        <p:nvGrpSpPr>
          <p:cNvPr id="26" name="Group 25"/>
          <p:cNvGrpSpPr>
            <a:grpSpLocks noChangeAspect="1"/>
          </p:cNvGrpSpPr>
          <p:nvPr userDrawn="1"/>
        </p:nvGrpSpPr>
        <p:grpSpPr>
          <a:xfrm>
            <a:off x="1036319" y="441960"/>
            <a:ext cx="2926080" cy="2924251"/>
            <a:chOff x="6949416" y="2948916"/>
            <a:chExt cx="4389120" cy="4389120"/>
          </a:xfrm>
        </p:grpSpPr>
        <p:sp>
          <p:nvSpPr>
            <p:cNvPr id="27" name="Oval 26"/>
            <p:cNvSpPr>
              <a:spLocks noChangeAspect="1"/>
            </p:cNvSpPr>
            <p:nvPr userDrawn="1"/>
          </p:nvSpPr>
          <p:spPr>
            <a:xfrm>
              <a:off x="6949416" y="2948916"/>
              <a:ext cx="4389120" cy="4389120"/>
            </a:xfrm>
            <a:prstGeom prst="ellipse">
              <a:avLst/>
            </a:prstGeom>
            <a:solidFill>
              <a:schemeClr val="accent5"/>
            </a:solidFill>
            <a:ln w="1905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46"/>
              <a:endParaRPr lang="id-ID" sz="1800">
                <a:solidFill>
                  <a:prstClr val="white"/>
                </a:solidFill>
              </a:endParaRPr>
            </a:p>
          </p:txBody>
        </p:sp>
        <p:sp>
          <p:nvSpPr>
            <p:cNvPr id="32" name="Oval 31"/>
            <p:cNvSpPr>
              <a:spLocks noChangeAspect="1"/>
            </p:cNvSpPr>
            <p:nvPr userDrawn="1"/>
          </p:nvSpPr>
          <p:spPr>
            <a:xfrm>
              <a:off x="7132342" y="3131842"/>
              <a:ext cx="4023360" cy="4023360"/>
            </a:xfrm>
            <a:prstGeom prst="ellipse">
              <a:avLst/>
            </a:prstGeom>
            <a:solidFill>
              <a:schemeClr val="accent6"/>
            </a:solidFill>
            <a:ln w="152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46"/>
              <a:endParaRPr lang="id-ID" sz="1800">
                <a:solidFill>
                  <a:prstClr val="white"/>
                </a:solidFill>
              </a:endParaRPr>
            </a:p>
          </p:txBody>
        </p:sp>
      </p:grpSp>
      <p:sp>
        <p:nvSpPr>
          <p:cNvPr id="33" name="Picture Placeholder 24"/>
          <p:cNvSpPr>
            <a:spLocks noGrp="1" noChangeAspect="1"/>
          </p:cNvSpPr>
          <p:nvPr>
            <p:ph type="pic" sz="quarter" idx="11"/>
          </p:nvPr>
        </p:nvSpPr>
        <p:spPr>
          <a:xfrm>
            <a:off x="1219199" y="623925"/>
            <a:ext cx="2560320" cy="2560320"/>
          </a:xfrm>
          <a:custGeom>
            <a:avLst/>
            <a:gdLst>
              <a:gd name="connsiteX0" fmla="*/ 1769315 w 3840479"/>
              <a:gd name="connsiteY0" fmla="*/ 0 h 3832859"/>
              <a:gd name="connsiteX1" fmla="*/ 2071163 w 3840479"/>
              <a:gd name="connsiteY1" fmla="*/ 0 h 3832859"/>
              <a:gd name="connsiteX2" fmla="*/ 2116572 w 3840479"/>
              <a:gd name="connsiteY2" fmla="*/ 2293 h 3832859"/>
              <a:gd name="connsiteX3" fmla="*/ 3840479 w 3840479"/>
              <a:gd name="connsiteY3" fmla="*/ 1912619 h 3832859"/>
              <a:gd name="connsiteX4" fmla="*/ 1920239 w 3840479"/>
              <a:gd name="connsiteY4" fmla="*/ 3832859 h 3832859"/>
              <a:gd name="connsiteX5" fmla="*/ 9913 w 3840479"/>
              <a:gd name="connsiteY5" fmla="*/ 2108953 h 3832859"/>
              <a:gd name="connsiteX6" fmla="*/ 0 w 3840479"/>
              <a:gd name="connsiteY6" fmla="*/ 1912639 h 3832859"/>
              <a:gd name="connsiteX7" fmla="*/ 0 w 3840479"/>
              <a:gd name="connsiteY7" fmla="*/ 1912600 h 3832859"/>
              <a:gd name="connsiteX8" fmla="*/ 9913 w 3840479"/>
              <a:gd name="connsiteY8" fmla="*/ 1716286 h 3832859"/>
              <a:gd name="connsiteX9" fmla="*/ 1723906 w 3840479"/>
              <a:gd name="connsiteY9" fmla="*/ 2293 h 3832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840479" h="3832859">
                <a:moveTo>
                  <a:pt x="1769315" y="0"/>
                </a:moveTo>
                <a:lnTo>
                  <a:pt x="2071163" y="0"/>
                </a:lnTo>
                <a:lnTo>
                  <a:pt x="2116572" y="2293"/>
                </a:lnTo>
                <a:cubicBezTo>
                  <a:pt x="3084865" y="100629"/>
                  <a:pt x="3840479" y="918383"/>
                  <a:pt x="3840479" y="1912619"/>
                </a:cubicBezTo>
                <a:cubicBezTo>
                  <a:pt x="3840479" y="2973138"/>
                  <a:pt x="2980758" y="3832859"/>
                  <a:pt x="1920239" y="3832859"/>
                </a:cubicBezTo>
                <a:cubicBezTo>
                  <a:pt x="926003" y="3832859"/>
                  <a:pt x="108249" y="3077245"/>
                  <a:pt x="9913" y="2108953"/>
                </a:cubicBezTo>
                <a:lnTo>
                  <a:pt x="0" y="1912639"/>
                </a:lnTo>
                <a:lnTo>
                  <a:pt x="0" y="1912600"/>
                </a:lnTo>
                <a:lnTo>
                  <a:pt x="9913" y="1716286"/>
                </a:lnTo>
                <a:cubicBezTo>
                  <a:pt x="101693" y="812546"/>
                  <a:pt x="820166" y="94073"/>
                  <a:pt x="1723906" y="2293"/>
                </a:cubicBez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600"/>
            </a:lvl1pPr>
          </a:lstStyle>
          <a:p>
            <a:endParaRPr lang="id-ID" dirty="0"/>
          </a:p>
        </p:txBody>
      </p:sp>
      <p:sp>
        <p:nvSpPr>
          <p:cNvPr id="34" name="Text Placeholder 16"/>
          <p:cNvSpPr>
            <a:spLocks noGrp="1"/>
          </p:cNvSpPr>
          <p:nvPr>
            <p:ph type="body" sz="quarter" idx="10" hasCustomPrompt="1"/>
          </p:nvPr>
        </p:nvSpPr>
        <p:spPr>
          <a:xfrm>
            <a:off x="5120640" y="1356360"/>
            <a:ext cx="6461760" cy="609600"/>
          </a:xfrm>
        </p:spPr>
        <p:txBody>
          <a:bodyPr lIns="0" t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67"/>
            </a:lvl1pPr>
            <a:lvl2pPr marL="457223" indent="0">
              <a:buFont typeface="Arial" panose="020B0604020202020204" pitchFamily="34" charset="0"/>
              <a:buNone/>
              <a:defRPr sz="1333"/>
            </a:lvl2pPr>
            <a:lvl3pPr marL="914446" indent="0">
              <a:buFont typeface="Arial" panose="020B0604020202020204" pitchFamily="34" charset="0"/>
              <a:buNone/>
              <a:defRPr sz="1333"/>
            </a:lvl3pPr>
            <a:lvl4pPr marL="1371669" indent="0">
              <a:buFont typeface="Arial" panose="020B0604020202020204" pitchFamily="34" charset="0"/>
              <a:buNone/>
              <a:defRPr sz="1333"/>
            </a:lvl4pPr>
            <a:lvl5pPr marL="1828891" indent="0">
              <a:buFont typeface="Arial" panose="020B0604020202020204" pitchFamily="34" charset="0"/>
              <a:buNone/>
              <a:defRPr sz="1333"/>
            </a:lvl5pPr>
          </a:lstStyle>
          <a:p>
            <a:pPr lvl="0"/>
            <a:r>
              <a:rPr lang="en-US" dirty="0"/>
              <a:t>Click to edit Contact</a:t>
            </a:r>
          </a:p>
        </p:txBody>
      </p:sp>
      <p:sp>
        <p:nvSpPr>
          <p:cNvPr id="42" name="Title 1"/>
          <p:cNvSpPr>
            <a:spLocks noGrp="1"/>
          </p:cNvSpPr>
          <p:nvPr>
            <p:ph type="title" hasCustomPrompt="1"/>
          </p:nvPr>
        </p:nvSpPr>
        <p:spPr>
          <a:xfrm>
            <a:off x="5852160" y="381000"/>
            <a:ext cx="4998720" cy="609600"/>
          </a:xfrm>
          <a:noFill/>
          <a:ln>
            <a:noFill/>
          </a:ln>
        </p:spPr>
        <p:txBody>
          <a:bodyPr lIns="91440"/>
          <a:lstStyle/>
          <a:p>
            <a:r>
              <a:rPr lang="en-US" dirty="0"/>
              <a:t>Click to edit title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130026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</p:bldLst>
  </p:timing>
  <p:extLst>
    <p:ext uri="{DCECCB84-F9BA-43D5-87BE-67443E8EF086}">
      <p15:sldGuideLst xmlns:p15="http://schemas.microsoft.com/office/powerpoint/2012/main">
        <p15:guide id="1" orient="horz" pos="3240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1176E10C-BB2E-40DC-A317-E12D1305F2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E8107F6-23D7-4A76-B3FF-7AA0921C7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87DE539-1E8B-4BB8-B31C-5E39BFE64B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8D57911-6630-442E-A2D1-F8C8A89D73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622B0AA-B05B-4B07-9750-CF01AAE47D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21F990-5220-4BFC-8029-5B810CB83A8A}" type="slidenum">
              <a:rPr lang="de-DE" smtClean="0"/>
              <a:t>‹#›</a:t>
            </a:fld>
            <a:endParaRPr lang="de-DE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D4F68B-25FE-F1B4-5A5B-63A50EEAA4CF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715000" y="6642100"/>
            <a:ext cx="8191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de-CH" sz="1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Axpo - Internal </a:t>
            </a:r>
          </a:p>
        </p:txBody>
      </p:sp>
    </p:spTree>
    <p:extLst>
      <p:ext uri="{BB962C8B-B14F-4D97-AF65-F5344CB8AC3E}">
        <p14:creationId xmlns:p14="http://schemas.microsoft.com/office/powerpoint/2010/main" val="19917271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6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446"/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446"/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446"/>
            <a:fld id="{C546A37A-E8EF-4B17-A4A3-0043774FBBC2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 defTabSz="914446"/>
              <a:t>‹#›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8D77BF9-C368-BB1A-3A10-835C7C49B5C0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715000" y="6642100"/>
            <a:ext cx="8191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de-CH" sz="1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Axpo - Internal </a:t>
            </a:r>
          </a:p>
        </p:txBody>
      </p:sp>
    </p:spTree>
    <p:extLst>
      <p:ext uri="{BB962C8B-B14F-4D97-AF65-F5344CB8AC3E}">
        <p14:creationId xmlns:p14="http://schemas.microsoft.com/office/powerpoint/2010/main" val="27172718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  <p:sldLayoutId id="2147483676" r:id="rId13"/>
    <p:sldLayoutId id="2147483677" r:id="rId14"/>
  </p:sldLayoutIdLst>
  <p:hf sldNum="0" hdr="0" ftr="0" dt="0"/>
  <p:txStyles>
    <p:titleStyle>
      <a:lvl1pPr algn="l" defTabSz="914446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accent4"/>
          </a:solidFill>
          <a:latin typeface="+mj-lt"/>
          <a:ea typeface="+mj-ea"/>
          <a:cs typeface="+mj-cs"/>
        </a:defRPr>
      </a:lvl1pPr>
    </p:titleStyle>
    <p:bodyStyle>
      <a:lvl1pPr marL="0" indent="0" algn="l" defTabSz="914446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1467" kern="1200">
          <a:solidFill>
            <a:schemeClr val="tx1"/>
          </a:solidFill>
          <a:latin typeface="+mn-lt"/>
          <a:ea typeface="+mn-ea"/>
          <a:cs typeface="+mn-cs"/>
        </a:defRPr>
      </a:lvl1pPr>
      <a:lvl2pPr marL="685834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57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80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503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726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949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171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394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23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46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69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91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114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337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560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783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hyperlink" Target="https://www.linkedin.com/in/arindam-mitra-28981095" TargetMode="External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12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6" Type="http://schemas.openxmlformats.org/officeDocument/2006/relationships/hyperlink" Target="https://dev.to/arindam0310018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mvp.microsoft.com/en-US/MVP/profile/cd38a20c-0cce-ed11-a7c6-000d3a5603d3" TargetMode="External"/><Relationship Id="rId11" Type="http://schemas.openxmlformats.org/officeDocument/2006/relationships/hyperlink" Target="https://sessionize.com/arindam0310018" TargetMode="External"/><Relationship Id="rId5" Type="http://schemas.openxmlformats.org/officeDocument/2006/relationships/image" Target="../media/image2.png"/><Relationship Id="rId15" Type="http://schemas.openxmlformats.org/officeDocument/2006/relationships/image" Target="../media/image7.png"/><Relationship Id="rId10" Type="http://schemas.openxmlformats.org/officeDocument/2006/relationships/image" Target="../media/image5.png"/><Relationship Id="rId4" Type="http://schemas.microsoft.com/office/2007/relationships/hdphoto" Target="../media/hdphoto1.wdp"/><Relationship Id="rId9" Type="http://schemas.openxmlformats.org/officeDocument/2006/relationships/hyperlink" Target="https://github.com/arindam0310018" TargetMode="External"/><Relationship Id="rId14" Type="http://schemas.openxmlformats.org/officeDocument/2006/relationships/hyperlink" Target="https://x.com/arindam0310018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33">
            <a:extLst>
              <a:ext uri="{FF2B5EF4-FFF2-40B4-BE49-F238E27FC236}">
                <a16:creationId xmlns:a16="http://schemas.microsoft.com/office/drawing/2014/main" id="{7BB32B60-DBD7-4B58-873A-F0C2A96C2B5F}"/>
              </a:ext>
            </a:extLst>
          </p:cNvPr>
          <p:cNvSpPr txBox="1">
            <a:spLocks/>
          </p:cNvSpPr>
          <p:nvPr/>
        </p:nvSpPr>
        <p:spPr>
          <a:xfrm>
            <a:off x="2449225" y="1044308"/>
            <a:ext cx="7739519" cy="85225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IN" sz="2400" b="1" dirty="0">
                <a:solidFill>
                  <a:schemeClr val="accent1"/>
                </a:solidFill>
                <a:latin typeface="Raleway" pitchFamily="2" charset="0"/>
              </a:rPr>
              <a:t>Azure Cloud Architect | Cloud Services Lead 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791FD81-8AD7-4D18-8F86-FAB571853C6E}"/>
              </a:ext>
            </a:extLst>
          </p:cNvPr>
          <p:cNvSpPr txBox="1">
            <a:spLocks/>
          </p:cNvSpPr>
          <p:nvPr/>
        </p:nvSpPr>
        <p:spPr>
          <a:xfrm>
            <a:off x="3790774" y="162247"/>
            <a:ext cx="5073864" cy="9882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10000"/>
              </a:lnSpc>
            </a:pPr>
            <a:r>
              <a:rPr lang="de-DE" sz="4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Raleway" pitchFamily="2" charset="0"/>
              </a:rPr>
              <a:t>ARINDAM MITRA</a:t>
            </a:r>
            <a:endParaRPr lang="en-US" sz="4000" b="1" dirty="0">
              <a:solidFill>
                <a:schemeClr val="tx1">
                  <a:lumMod val="50000"/>
                  <a:lumOff val="50000"/>
                </a:schemeClr>
              </a:solidFill>
              <a:latin typeface="Raleway" pitchFamily="2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02F5D08-7177-2BE9-612D-15F8A23CAB60}"/>
              </a:ext>
            </a:extLst>
          </p:cNvPr>
          <p:cNvSpPr/>
          <p:nvPr/>
        </p:nvSpPr>
        <p:spPr>
          <a:xfrm>
            <a:off x="5606473" y="6528823"/>
            <a:ext cx="1237673" cy="3338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dirty="0"/>
          </a:p>
        </p:txBody>
      </p:sp>
      <p:grpSp>
        <p:nvGrpSpPr>
          <p:cNvPr id="3" name="Group 42">
            <a:extLst>
              <a:ext uri="{FF2B5EF4-FFF2-40B4-BE49-F238E27FC236}">
                <a16:creationId xmlns:a16="http://schemas.microsoft.com/office/drawing/2014/main" id="{2389BA59-B1A4-88C4-679D-E7EB4EBAB9CA}"/>
              </a:ext>
            </a:extLst>
          </p:cNvPr>
          <p:cNvGrpSpPr>
            <a:grpSpLocks noChangeAspect="1"/>
          </p:cNvGrpSpPr>
          <p:nvPr/>
        </p:nvGrpSpPr>
        <p:grpSpPr>
          <a:xfrm>
            <a:off x="356843" y="6069346"/>
            <a:ext cx="410308" cy="597706"/>
            <a:chOff x="12734926" y="5680075"/>
            <a:chExt cx="330200" cy="481013"/>
          </a:xfrm>
          <a:solidFill>
            <a:schemeClr val="accent4"/>
          </a:solidFill>
        </p:grpSpPr>
        <p:sp>
          <p:nvSpPr>
            <p:cNvPr id="4" name="Oval 139">
              <a:extLst>
                <a:ext uri="{FF2B5EF4-FFF2-40B4-BE49-F238E27FC236}">
                  <a16:creationId xmlns:a16="http://schemas.microsoft.com/office/drawing/2014/main" id="{3D225E49-6EBE-9A46-DCF4-405004FF5E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44463" y="5789613"/>
              <a:ext cx="112713" cy="11271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0960" tIns="30480" rIns="60960" bIns="30480" numCol="1" anchor="ctr" anchorCtr="0" compatLnSpc="1">
              <a:prstTxWarp prst="textNoShape">
                <a:avLst/>
              </a:prstTxWarp>
            </a:bodyPr>
            <a:lstStyle/>
            <a:p>
              <a:pPr defTabSz="914446"/>
              <a:endParaRPr lang="id-ID" sz="1333" b="1" dirty="0">
                <a:solidFill>
                  <a:srgbClr val="F0F0F0"/>
                </a:solidFill>
              </a:endParaRPr>
            </a:p>
          </p:txBody>
        </p:sp>
        <p:sp>
          <p:nvSpPr>
            <p:cNvPr id="57" name="Freeform 140">
              <a:extLst>
                <a:ext uri="{FF2B5EF4-FFF2-40B4-BE49-F238E27FC236}">
                  <a16:creationId xmlns:a16="http://schemas.microsoft.com/office/drawing/2014/main" id="{4F211E19-CF17-A4AF-F5A6-04C0786EA0F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34926" y="5680075"/>
              <a:ext cx="330200" cy="330200"/>
            </a:xfrm>
            <a:custGeom>
              <a:avLst/>
              <a:gdLst>
                <a:gd name="T0" fmla="*/ 88 w 88"/>
                <a:gd name="T1" fmla="*/ 44 h 88"/>
                <a:gd name="T2" fmla="*/ 79 w 88"/>
                <a:gd name="T3" fmla="*/ 35 h 88"/>
                <a:gd name="T4" fmla="*/ 82 w 88"/>
                <a:gd name="T5" fmla="*/ 22 h 88"/>
                <a:gd name="T6" fmla="*/ 70 w 88"/>
                <a:gd name="T7" fmla="*/ 18 h 88"/>
                <a:gd name="T8" fmla="*/ 66 w 88"/>
                <a:gd name="T9" fmla="*/ 6 h 88"/>
                <a:gd name="T10" fmla="*/ 53 w 88"/>
                <a:gd name="T11" fmla="*/ 9 h 88"/>
                <a:gd name="T12" fmla="*/ 44 w 88"/>
                <a:gd name="T13" fmla="*/ 0 h 88"/>
                <a:gd name="T14" fmla="*/ 35 w 88"/>
                <a:gd name="T15" fmla="*/ 9 h 88"/>
                <a:gd name="T16" fmla="*/ 22 w 88"/>
                <a:gd name="T17" fmla="*/ 6 h 88"/>
                <a:gd name="T18" fmla="*/ 18 w 88"/>
                <a:gd name="T19" fmla="*/ 18 h 88"/>
                <a:gd name="T20" fmla="*/ 6 w 88"/>
                <a:gd name="T21" fmla="*/ 22 h 88"/>
                <a:gd name="T22" fmla="*/ 9 w 88"/>
                <a:gd name="T23" fmla="*/ 35 h 88"/>
                <a:gd name="T24" fmla="*/ 0 w 88"/>
                <a:gd name="T25" fmla="*/ 44 h 88"/>
                <a:gd name="T26" fmla="*/ 9 w 88"/>
                <a:gd name="T27" fmla="*/ 53 h 88"/>
                <a:gd name="T28" fmla="*/ 6 w 88"/>
                <a:gd name="T29" fmla="*/ 66 h 88"/>
                <a:gd name="T30" fmla="*/ 18 w 88"/>
                <a:gd name="T31" fmla="*/ 70 h 88"/>
                <a:gd name="T32" fmla="*/ 22 w 88"/>
                <a:gd name="T33" fmla="*/ 82 h 88"/>
                <a:gd name="T34" fmla="*/ 35 w 88"/>
                <a:gd name="T35" fmla="*/ 79 h 88"/>
                <a:gd name="T36" fmla="*/ 44 w 88"/>
                <a:gd name="T37" fmla="*/ 88 h 88"/>
                <a:gd name="T38" fmla="*/ 53 w 88"/>
                <a:gd name="T39" fmla="*/ 79 h 88"/>
                <a:gd name="T40" fmla="*/ 66 w 88"/>
                <a:gd name="T41" fmla="*/ 82 h 88"/>
                <a:gd name="T42" fmla="*/ 70 w 88"/>
                <a:gd name="T43" fmla="*/ 70 h 88"/>
                <a:gd name="T44" fmla="*/ 82 w 88"/>
                <a:gd name="T45" fmla="*/ 66 h 88"/>
                <a:gd name="T46" fmla="*/ 79 w 88"/>
                <a:gd name="T47" fmla="*/ 53 h 88"/>
                <a:gd name="T48" fmla="*/ 88 w 88"/>
                <a:gd name="T49" fmla="*/ 44 h 88"/>
                <a:gd name="T50" fmla="*/ 44 w 88"/>
                <a:gd name="T51" fmla="*/ 69 h 88"/>
                <a:gd name="T52" fmla="*/ 19 w 88"/>
                <a:gd name="T53" fmla="*/ 44 h 88"/>
                <a:gd name="T54" fmla="*/ 44 w 88"/>
                <a:gd name="T55" fmla="*/ 20 h 88"/>
                <a:gd name="T56" fmla="*/ 69 w 88"/>
                <a:gd name="T57" fmla="*/ 44 h 88"/>
                <a:gd name="T58" fmla="*/ 44 w 88"/>
                <a:gd name="T59" fmla="*/ 69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88" h="88">
                  <a:moveTo>
                    <a:pt x="88" y="44"/>
                  </a:moveTo>
                  <a:cubicBezTo>
                    <a:pt x="79" y="35"/>
                    <a:pt x="79" y="35"/>
                    <a:pt x="79" y="35"/>
                  </a:cubicBezTo>
                  <a:cubicBezTo>
                    <a:pt x="82" y="22"/>
                    <a:pt x="82" y="22"/>
                    <a:pt x="82" y="22"/>
                  </a:cubicBezTo>
                  <a:cubicBezTo>
                    <a:pt x="70" y="18"/>
                    <a:pt x="70" y="18"/>
                    <a:pt x="70" y="18"/>
                  </a:cubicBezTo>
                  <a:cubicBezTo>
                    <a:pt x="66" y="6"/>
                    <a:pt x="66" y="6"/>
                    <a:pt x="66" y="6"/>
                  </a:cubicBezTo>
                  <a:cubicBezTo>
                    <a:pt x="53" y="9"/>
                    <a:pt x="53" y="9"/>
                    <a:pt x="53" y="9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35" y="9"/>
                    <a:pt x="35" y="9"/>
                    <a:pt x="35" y="9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6" y="22"/>
                    <a:pt x="6" y="22"/>
                    <a:pt x="6" y="22"/>
                  </a:cubicBezTo>
                  <a:cubicBezTo>
                    <a:pt x="9" y="35"/>
                    <a:pt x="9" y="35"/>
                    <a:pt x="9" y="35"/>
                  </a:cubicBezTo>
                  <a:cubicBezTo>
                    <a:pt x="0" y="44"/>
                    <a:pt x="0" y="44"/>
                    <a:pt x="0" y="44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6" y="66"/>
                    <a:pt x="6" y="66"/>
                    <a:pt x="6" y="66"/>
                  </a:cubicBezTo>
                  <a:cubicBezTo>
                    <a:pt x="18" y="70"/>
                    <a:pt x="18" y="70"/>
                    <a:pt x="18" y="70"/>
                  </a:cubicBezTo>
                  <a:cubicBezTo>
                    <a:pt x="22" y="82"/>
                    <a:pt x="22" y="82"/>
                    <a:pt x="22" y="82"/>
                  </a:cubicBezTo>
                  <a:cubicBezTo>
                    <a:pt x="35" y="79"/>
                    <a:pt x="35" y="79"/>
                    <a:pt x="35" y="79"/>
                  </a:cubicBezTo>
                  <a:cubicBezTo>
                    <a:pt x="44" y="88"/>
                    <a:pt x="44" y="88"/>
                    <a:pt x="44" y="88"/>
                  </a:cubicBezTo>
                  <a:cubicBezTo>
                    <a:pt x="53" y="79"/>
                    <a:pt x="53" y="79"/>
                    <a:pt x="53" y="79"/>
                  </a:cubicBezTo>
                  <a:cubicBezTo>
                    <a:pt x="66" y="82"/>
                    <a:pt x="66" y="82"/>
                    <a:pt x="66" y="82"/>
                  </a:cubicBezTo>
                  <a:cubicBezTo>
                    <a:pt x="70" y="70"/>
                    <a:pt x="70" y="70"/>
                    <a:pt x="70" y="70"/>
                  </a:cubicBezTo>
                  <a:cubicBezTo>
                    <a:pt x="82" y="66"/>
                    <a:pt x="82" y="66"/>
                    <a:pt x="82" y="66"/>
                  </a:cubicBezTo>
                  <a:cubicBezTo>
                    <a:pt x="79" y="53"/>
                    <a:pt x="79" y="53"/>
                    <a:pt x="79" y="53"/>
                  </a:cubicBezTo>
                  <a:lnTo>
                    <a:pt x="88" y="44"/>
                  </a:lnTo>
                  <a:close/>
                  <a:moveTo>
                    <a:pt x="44" y="69"/>
                  </a:moveTo>
                  <a:cubicBezTo>
                    <a:pt x="30" y="69"/>
                    <a:pt x="19" y="58"/>
                    <a:pt x="19" y="44"/>
                  </a:cubicBezTo>
                  <a:cubicBezTo>
                    <a:pt x="19" y="31"/>
                    <a:pt x="30" y="20"/>
                    <a:pt x="44" y="20"/>
                  </a:cubicBezTo>
                  <a:cubicBezTo>
                    <a:pt x="58" y="20"/>
                    <a:pt x="69" y="31"/>
                    <a:pt x="69" y="44"/>
                  </a:cubicBezTo>
                  <a:cubicBezTo>
                    <a:pt x="69" y="58"/>
                    <a:pt x="58" y="69"/>
                    <a:pt x="44" y="6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0960" tIns="30480" rIns="60960" bIns="30480" numCol="1" anchor="t" anchorCtr="0" compatLnSpc="1">
              <a:prstTxWarp prst="textNoShape">
                <a:avLst/>
              </a:prstTxWarp>
            </a:bodyPr>
            <a:lstStyle/>
            <a:p>
              <a:pPr defTabSz="914446"/>
              <a:endParaRPr lang="id-ID">
                <a:solidFill>
                  <a:prstClr val="black"/>
                </a:solidFill>
              </a:endParaRPr>
            </a:p>
          </p:txBody>
        </p:sp>
        <p:sp>
          <p:nvSpPr>
            <p:cNvPr id="58" name="Freeform 141">
              <a:extLst>
                <a:ext uri="{FF2B5EF4-FFF2-40B4-BE49-F238E27FC236}">
                  <a16:creationId xmlns:a16="http://schemas.microsoft.com/office/drawing/2014/main" id="{9605B80C-59AE-CDA5-868C-9E65A0F29676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44463" y="6018213"/>
              <a:ext cx="112713" cy="142875"/>
            </a:xfrm>
            <a:custGeom>
              <a:avLst/>
              <a:gdLst>
                <a:gd name="T0" fmla="*/ 52 w 71"/>
                <a:gd name="T1" fmla="*/ 12 h 90"/>
                <a:gd name="T2" fmla="*/ 35 w 71"/>
                <a:gd name="T3" fmla="*/ 29 h 90"/>
                <a:gd name="T4" fmla="*/ 19 w 71"/>
                <a:gd name="T5" fmla="*/ 12 h 90"/>
                <a:gd name="T6" fmla="*/ 7 w 71"/>
                <a:gd name="T7" fmla="*/ 0 h 90"/>
                <a:gd name="T8" fmla="*/ 0 w 71"/>
                <a:gd name="T9" fmla="*/ 3 h 90"/>
                <a:gd name="T10" fmla="*/ 0 w 71"/>
                <a:gd name="T11" fmla="*/ 90 h 90"/>
                <a:gd name="T12" fmla="*/ 35 w 71"/>
                <a:gd name="T13" fmla="*/ 57 h 90"/>
                <a:gd name="T14" fmla="*/ 71 w 71"/>
                <a:gd name="T15" fmla="*/ 90 h 90"/>
                <a:gd name="T16" fmla="*/ 71 w 71"/>
                <a:gd name="T17" fmla="*/ 3 h 90"/>
                <a:gd name="T18" fmla="*/ 64 w 71"/>
                <a:gd name="T19" fmla="*/ 0 h 90"/>
                <a:gd name="T20" fmla="*/ 52 w 71"/>
                <a:gd name="T21" fmla="*/ 12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1" h="90">
                  <a:moveTo>
                    <a:pt x="52" y="12"/>
                  </a:moveTo>
                  <a:lnTo>
                    <a:pt x="35" y="29"/>
                  </a:lnTo>
                  <a:lnTo>
                    <a:pt x="19" y="12"/>
                  </a:lnTo>
                  <a:lnTo>
                    <a:pt x="7" y="0"/>
                  </a:lnTo>
                  <a:lnTo>
                    <a:pt x="0" y="3"/>
                  </a:lnTo>
                  <a:lnTo>
                    <a:pt x="0" y="90"/>
                  </a:lnTo>
                  <a:lnTo>
                    <a:pt x="35" y="57"/>
                  </a:lnTo>
                  <a:lnTo>
                    <a:pt x="71" y="90"/>
                  </a:lnTo>
                  <a:lnTo>
                    <a:pt x="71" y="3"/>
                  </a:lnTo>
                  <a:lnTo>
                    <a:pt x="64" y="0"/>
                  </a:lnTo>
                  <a:lnTo>
                    <a:pt x="52" y="12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0960" tIns="30480" rIns="60960" bIns="30480" numCol="1" anchor="t" anchorCtr="0" compatLnSpc="1">
              <a:prstTxWarp prst="textNoShape">
                <a:avLst/>
              </a:prstTxWarp>
            </a:bodyPr>
            <a:lstStyle/>
            <a:p>
              <a:pPr defTabSz="914446"/>
              <a:endParaRPr lang="id-ID">
                <a:solidFill>
                  <a:prstClr val="black"/>
                </a:solidFill>
              </a:endParaRPr>
            </a:p>
          </p:txBody>
        </p:sp>
      </p:grpSp>
      <p:sp>
        <p:nvSpPr>
          <p:cNvPr id="59" name="Text Placeholder 8">
            <a:extLst>
              <a:ext uri="{FF2B5EF4-FFF2-40B4-BE49-F238E27FC236}">
                <a16:creationId xmlns:a16="http://schemas.microsoft.com/office/drawing/2014/main" id="{C3835A1B-9084-533F-8B2C-D4AB28351E3E}"/>
              </a:ext>
            </a:extLst>
          </p:cNvPr>
          <p:cNvSpPr txBox="1">
            <a:spLocks/>
          </p:cNvSpPr>
          <p:nvPr/>
        </p:nvSpPr>
        <p:spPr>
          <a:xfrm>
            <a:off x="836195" y="6036026"/>
            <a:ext cx="4926652" cy="200750"/>
          </a:xfrm>
          <a:prstGeom prst="rect">
            <a:avLst/>
          </a:prstGeom>
        </p:spPr>
        <p:txBody>
          <a:bodyPr vert="horz" lIns="60960" tIns="30480" rIns="60960" bIns="30480" rtlCol="0">
            <a:noAutofit/>
          </a:bodyPr>
          <a:lstStyle>
            <a:lvl1pPr marL="0" indent="0" algn="l" defTabSz="1371600" rtl="0" eaLnBrk="1" latinLnBrk="0" hangingPunct="1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None/>
              <a:defRPr sz="2800" b="1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685800" indent="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indent="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indent="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7719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457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143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829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>
                <a:solidFill>
                  <a:schemeClr val="tx1"/>
                </a:solidFill>
              </a:rPr>
              <a:t>In Switzerland:</a:t>
            </a:r>
            <a:r>
              <a:rPr lang="en-US" sz="1400" dirty="0">
                <a:solidFill>
                  <a:srgbClr val="0065B0"/>
                </a:solidFill>
              </a:rPr>
              <a:t> 2013 – 2016 | 2019 – Till Date </a:t>
            </a:r>
            <a:endParaRPr lang="id-ID" sz="1867" dirty="0">
              <a:solidFill>
                <a:srgbClr val="0065B0"/>
              </a:solidFill>
            </a:endParaRPr>
          </a:p>
        </p:txBody>
      </p:sp>
      <p:sp>
        <p:nvSpPr>
          <p:cNvPr id="61" name="Text Placeholder 5">
            <a:extLst>
              <a:ext uri="{FF2B5EF4-FFF2-40B4-BE49-F238E27FC236}">
                <a16:creationId xmlns:a16="http://schemas.microsoft.com/office/drawing/2014/main" id="{737E15B6-A00E-29FA-74BD-6E53D843F529}"/>
              </a:ext>
            </a:extLst>
          </p:cNvPr>
          <p:cNvSpPr txBox="1">
            <a:spLocks/>
          </p:cNvSpPr>
          <p:nvPr/>
        </p:nvSpPr>
        <p:spPr>
          <a:xfrm>
            <a:off x="836194" y="6273360"/>
            <a:ext cx="3481263" cy="277000"/>
          </a:xfrm>
          <a:prstGeom prst="rect">
            <a:avLst/>
          </a:prstGeom>
        </p:spPr>
        <p:txBody>
          <a:bodyPr vert="horz" lIns="60960" tIns="30480" rIns="60960" bIns="30480" rtlCol="0">
            <a:noAutofit/>
          </a:bodyPr>
          <a:lstStyle>
            <a:lvl1pPr marL="0" indent="0" algn="l" defTabSz="1371600" rtl="0" eaLnBrk="1" latinLnBrk="0" hangingPunct="1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None/>
              <a:defRPr sz="2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indent="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indent="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7719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457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143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829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>
                <a:solidFill>
                  <a:prstClr val="black"/>
                </a:solidFill>
              </a:rPr>
              <a:t>Nationality: </a:t>
            </a:r>
            <a:r>
              <a:rPr lang="en-US" sz="1400" dirty="0">
                <a:solidFill>
                  <a:srgbClr val="0070C0"/>
                </a:solidFill>
              </a:rPr>
              <a:t>Indian</a:t>
            </a:r>
          </a:p>
        </p:txBody>
      </p:sp>
      <p:pic>
        <p:nvPicPr>
          <p:cNvPr id="1047" name="Picture 1046" descr="A person with short hair and a goatee&#10;&#10;AI-generated content may be incorrect.">
            <a:extLst>
              <a:ext uri="{FF2B5EF4-FFF2-40B4-BE49-F238E27FC236}">
                <a16:creationId xmlns:a16="http://schemas.microsoft.com/office/drawing/2014/main" id="{D27C6139-2531-B869-7769-B670BA1C89F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9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410" y="2091578"/>
            <a:ext cx="1799600" cy="2154067"/>
          </a:xfrm>
          <a:prstGeom prst="rect">
            <a:avLst/>
          </a:prstGeom>
          <a:effectLst>
            <a:reflection blurRad="6350" stA="52000" endA="300" endPos="18000" dir="5400000" sy="-100000" algn="bl" rotWithShape="0"/>
          </a:effectLst>
        </p:spPr>
      </p:pic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1C24804B-BF6E-FDE4-135A-922D14043BC9}"/>
              </a:ext>
            </a:extLst>
          </p:cNvPr>
          <p:cNvSpPr txBox="1">
            <a:spLocks/>
          </p:cNvSpPr>
          <p:nvPr/>
        </p:nvSpPr>
        <p:spPr>
          <a:xfrm>
            <a:off x="829101" y="6510824"/>
            <a:ext cx="8636446" cy="200751"/>
          </a:xfrm>
          <a:prstGeom prst="rect">
            <a:avLst/>
          </a:prstGeom>
        </p:spPr>
        <p:txBody>
          <a:bodyPr vert="horz" lIns="60960" tIns="30480" rIns="60960" bIns="30480" rtlCol="0">
            <a:noAutofit/>
          </a:bodyPr>
          <a:lstStyle>
            <a:lvl1pPr marL="0" indent="0" algn="l" defTabSz="1371600" rtl="0" eaLnBrk="1" latinLnBrk="0" hangingPunct="1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None/>
              <a:defRPr sz="2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indent="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indent="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7719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457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143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829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>
                <a:solidFill>
                  <a:prstClr val="black"/>
                </a:solidFill>
              </a:rPr>
              <a:t>Global Career Exposure: </a:t>
            </a:r>
            <a:r>
              <a:rPr lang="en-US" sz="1400" dirty="0">
                <a:solidFill>
                  <a:srgbClr val="0070C0"/>
                </a:solidFill>
              </a:rPr>
              <a:t>India, Kuwait, Switzerland (Zurich, Baden, Olten), Hungary, USA (New York, Baltimore)</a:t>
            </a:r>
          </a:p>
        </p:txBody>
      </p:sp>
      <p:sp>
        <p:nvSpPr>
          <p:cNvPr id="18" name="Text Placeholder 33">
            <a:extLst>
              <a:ext uri="{FF2B5EF4-FFF2-40B4-BE49-F238E27FC236}">
                <a16:creationId xmlns:a16="http://schemas.microsoft.com/office/drawing/2014/main" id="{4162F893-D389-6A3A-E008-61E9895C4D70}"/>
              </a:ext>
            </a:extLst>
          </p:cNvPr>
          <p:cNvSpPr txBox="1">
            <a:spLocks/>
          </p:cNvSpPr>
          <p:nvPr/>
        </p:nvSpPr>
        <p:spPr>
          <a:xfrm>
            <a:off x="3049263" y="1649620"/>
            <a:ext cx="9136722" cy="132145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000" dirty="0">
                <a:solidFill>
                  <a:schemeClr val="accent1"/>
                </a:solidFill>
                <a:latin typeface="Raleway" pitchFamily="2" charset="0"/>
              </a:rPr>
              <a:t>3 x Microsoft MVP </a:t>
            </a:r>
            <a:r>
              <a:rPr lang="en-I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Raleway" pitchFamily="2" charset="0"/>
              </a:rPr>
              <a:t>|</a:t>
            </a:r>
            <a:r>
              <a:rPr lang="en-IN" sz="2000" dirty="0">
                <a:solidFill>
                  <a:schemeClr val="accent1"/>
                </a:solidFill>
                <a:latin typeface="Raleway" pitchFamily="2" charset="0"/>
              </a:rPr>
              <a:t> Sessionize Active Speaker 2023 </a:t>
            </a:r>
            <a:r>
              <a:rPr lang="en-I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Raleway" pitchFamily="2" charset="0"/>
              </a:rPr>
              <a:t>|</a:t>
            </a:r>
          </a:p>
          <a:p>
            <a:pPr marL="0" indent="0">
              <a:buNone/>
            </a:pPr>
            <a:r>
              <a:rPr lang="en-IN" sz="2000" dirty="0">
                <a:solidFill>
                  <a:schemeClr val="accent1"/>
                </a:solidFill>
                <a:latin typeface="Raleway" pitchFamily="2" charset="0"/>
              </a:rPr>
              <a:t>Sessionize Active Speaker of Day 2025 </a:t>
            </a:r>
            <a:r>
              <a:rPr lang="en-I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Raleway" pitchFamily="2" charset="0"/>
              </a:rPr>
              <a:t>|</a:t>
            </a:r>
            <a:r>
              <a:rPr lang="en-IN" sz="2000" dirty="0">
                <a:solidFill>
                  <a:schemeClr val="accent1"/>
                </a:solidFill>
                <a:latin typeface="Raleway" pitchFamily="2" charset="0"/>
              </a:rPr>
              <a:t> Blogger | Public Speaker </a:t>
            </a:r>
            <a:r>
              <a:rPr lang="en-I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Raleway" pitchFamily="2" charset="0"/>
              </a:rPr>
              <a:t>|</a:t>
            </a:r>
            <a:r>
              <a:rPr lang="en-IN" sz="2000" dirty="0">
                <a:solidFill>
                  <a:schemeClr val="accent1"/>
                </a:solidFill>
                <a:latin typeface="Raleway" pitchFamily="2" charset="0"/>
              </a:rPr>
              <a:t> </a:t>
            </a:r>
          </a:p>
          <a:p>
            <a:pPr marL="0" indent="0">
              <a:buNone/>
            </a:pPr>
            <a:r>
              <a:rPr lang="en-IN" sz="2000" dirty="0">
                <a:solidFill>
                  <a:schemeClr val="accent1"/>
                </a:solidFill>
                <a:latin typeface="Raleway" pitchFamily="2" charset="0"/>
              </a:rPr>
              <a:t>Long Distance Runner </a:t>
            </a:r>
            <a:r>
              <a:rPr lang="en-I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Raleway" pitchFamily="2" charset="0"/>
              </a:rPr>
              <a:t>|</a:t>
            </a:r>
            <a:r>
              <a:rPr lang="en-IN" sz="2000" dirty="0">
                <a:solidFill>
                  <a:schemeClr val="accent1"/>
                </a:solidFill>
                <a:latin typeface="Raleway" pitchFamily="2" charset="0"/>
              </a:rPr>
              <a:t> Hiker </a:t>
            </a:r>
            <a:r>
              <a:rPr lang="en-I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Raleway" pitchFamily="2" charset="0"/>
              </a:rPr>
              <a:t>|</a:t>
            </a:r>
            <a:r>
              <a:rPr lang="en-IN" sz="2000" dirty="0">
                <a:solidFill>
                  <a:schemeClr val="accent1"/>
                </a:solidFill>
                <a:latin typeface="Raleway" pitchFamily="2" charset="0"/>
              </a:rPr>
              <a:t> Traveller </a:t>
            </a:r>
            <a:r>
              <a:rPr lang="en-I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Raleway" pitchFamily="2" charset="0"/>
              </a:rPr>
              <a:t>|</a:t>
            </a:r>
            <a:r>
              <a:rPr lang="en-IN" sz="2000" dirty="0">
                <a:solidFill>
                  <a:schemeClr val="accent1"/>
                </a:solidFill>
                <a:latin typeface="Raleway" pitchFamily="2" charset="0"/>
              </a:rPr>
              <a:t> Citizen of the World</a:t>
            </a:r>
          </a:p>
        </p:txBody>
      </p:sp>
      <p:pic>
        <p:nvPicPr>
          <p:cNvPr id="21" name="Picture 20" descr="A blue sign with white text&#10;&#10;Description automatically generated">
            <a:extLst>
              <a:ext uri="{FF2B5EF4-FFF2-40B4-BE49-F238E27FC236}">
                <a16:creationId xmlns:a16="http://schemas.microsoft.com/office/drawing/2014/main" id="{303C6853-C988-DA1D-A365-92FD0D02597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4523" y="3108319"/>
            <a:ext cx="654406" cy="264028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E0E71EBC-E8CB-FD9E-24C9-2BC144533392}"/>
              </a:ext>
            </a:extLst>
          </p:cNvPr>
          <p:cNvSpPr txBox="1"/>
          <p:nvPr/>
        </p:nvSpPr>
        <p:spPr>
          <a:xfrm>
            <a:off x="3865195" y="3069534"/>
            <a:ext cx="813895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>
                <a:latin typeface="Raleway" pitchFamily="2" charset="0"/>
                <a:hlinkClick r:id="rId6"/>
              </a:rPr>
              <a:t>https://mvp.microsoft.com/en-US/MVP/profile/cd38a20c-0cce-ed11-a7c6-000d3a5603d3</a:t>
            </a:r>
            <a:r>
              <a:rPr lang="en-IN" sz="1400" dirty="0">
                <a:latin typeface="Raleway" pitchFamily="2" charset="0"/>
              </a:rPr>
              <a:t> 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4C6D6407-9FAF-E0B0-409C-E211E2A657C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93820" y="3461958"/>
            <a:ext cx="493264" cy="368824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0B69984B-5531-6E00-8EBF-C83E9EFCCB3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96515" y="3893900"/>
            <a:ext cx="387361" cy="48244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EFB9DA5D-1576-1982-9FF3-728D1AE11EB1}"/>
              </a:ext>
            </a:extLst>
          </p:cNvPr>
          <p:cNvSpPr txBox="1"/>
          <p:nvPr/>
        </p:nvSpPr>
        <p:spPr>
          <a:xfrm>
            <a:off x="3864795" y="3951382"/>
            <a:ext cx="28648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200" dirty="0">
                <a:latin typeface="Raleway" pitchFamily="2" charset="0"/>
                <a:hlinkClick r:id="rId9"/>
              </a:rPr>
              <a:t>https://github.com/arindam0310018</a:t>
            </a:r>
            <a:r>
              <a:rPr lang="de-CH" sz="1400" dirty="0"/>
              <a:t> 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071D253E-2DAD-71E9-D73A-709386F8F64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27094" y="4494753"/>
            <a:ext cx="356782" cy="354321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51828176-46A5-DAF4-6483-5D50A45FD99D}"/>
              </a:ext>
            </a:extLst>
          </p:cNvPr>
          <p:cNvSpPr txBox="1"/>
          <p:nvPr/>
        </p:nvSpPr>
        <p:spPr>
          <a:xfrm>
            <a:off x="3864795" y="4506609"/>
            <a:ext cx="31341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200" dirty="0">
                <a:latin typeface="Raleway" pitchFamily="2" charset="0"/>
                <a:hlinkClick r:id="rId11"/>
              </a:rPr>
              <a:t>https://sessionize.com/arindam0310018</a:t>
            </a:r>
            <a:r>
              <a:rPr lang="de-CH" sz="1400" dirty="0"/>
              <a:t> 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12FCAD6F-F957-414C-05BE-1CC8ECD6AF0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315665" y="4910764"/>
            <a:ext cx="493264" cy="517132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734D9EA8-875D-95AF-BE90-76135A3D7F39}"/>
              </a:ext>
            </a:extLst>
          </p:cNvPr>
          <p:cNvSpPr txBox="1"/>
          <p:nvPr/>
        </p:nvSpPr>
        <p:spPr>
          <a:xfrm>
            <a:off x="3863129" y="5030455"/>
            <a:ext cx="417774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200" dirty="0">
                <a:latin typeface="Raleway" pitchFamily="2" charset="0"/>
                <a:hlinkClick r:id="rId13"/>
              </a:rPr>
              <a:t>https://www.linkedin.com/in/arindam-mitra-28981095</a:t>
            </a:r>
            <a:r>
              <a:rPr lang="de-CH" sz="1200" dirty="0">
                <a:latin typeface="Raleway" pitchFamily="2" charset="0"/>
              </a:rPr>
              <a:t>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3DACAB5-1C99-7A0D-9558-404329751DE6}"/>
              </a:ext>
            </a:extLst>
          </p:cNvPr>
          <p:cNvSpPr txBox="1"/>
          <p:nvPr/>
        </p:nvSpPr>
        <p:spPr>
          <a:xfrm>
            <a:off x="3863129" y="5579475"/>
            <a:ext cx="24849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200" dirty="0">
                <a:latin typeface="Raleway" pitchFamily="2" charset="0"/>
                <a:hlinkClick r:id="rId14"/>
              </a:rPr>
              <a:t>https://x.com/arindam0310018</a:t>
            </a:r>
            <a:r>
              <a:rPr lang="de-CH" sz="1200" dirty="0">
                <a:latin typeface="Raleway" pitchFamily="2" charset="0"/>
              </a:rPr>
              <a:t> 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6A8424DB-6007-ED8B-1A04-E2AD488A9661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318509" y="5463060"/>
            <a:ext cx="465367" cy="480806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3474C42E-96BF-4B40-E3A9-6C605F04FF5A}"/>
              </a:ext>
            </a:extLst>
          </p:cNvPr>
          <p:cNvSpPr txBox="1"/>
          <p:nvPr/>
        </p:nvSpPr>
        <p:spPr>
          <a:xfrm>
            <a:off x="3864795" y="3506565"/>
            <a:ext cx="25010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200" dirty="0">
                <a:latin typeface="Raleway" pitchFamily="2" charset="0"/>
                <a:hlinkClick r:id="rId16"/>
              </a:rPr>
              <a:t>https://dev.to/arindam0310018</a:t>
            </a:r>
            <a:r>
              <a:rPr lang="de-CH" sz="1200" dirty="0">
                <a:latin typeface="Raleway" pitchFamily="2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06220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A5F124-1AA4-7BA8-95A5-B1BC659CAD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87A03-796B-3E8E-35A5-0634DDDBA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0009" y="3114576"/>
            <a:ext cx="3657600" cy="609600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/>
              <a:t>HOUSEKEEPING</a:t>
            </a:r>
            <a:br>
              <a:rPr lang="en-US" dirty="0"/>
            </a:br>
            <a:r>
              <a:rPr lang="en-US" dirty="0"/>
              <a:t>RULES</a:t>
            </a:r>
            <a:endParaRPr lang="id-ID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759E11B-DA3F-E3C6-6EF1-782953D52703}"/>
              </a:ext>
            </a:extLst>
          </p:cNvPr>
          <p:cNvSpPr/>
          <p:nvPr/>
        </p:nvSpPr>
        <p:spPr>
          <a:xfrm>
            <a:off x="5606473" y="6528823"/>
            <a:ext cx="1237673" cy="3338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CH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6AC8C395-F11A-4826-60D2-7355E25FFD9E}"/>
              </a:ext>
            </a:extLst>
          </p:cNvPr>
          <p:cNvSpPr txBox="1">
            <a:spLocks/>
          </p:cNvSpPr>
          <p:nvPr/>
        </p:nvSpPr>
        <p:spPr>
          <a:xfrm>
            <a:off x="6176024" y="4827769"/>
            <a:ext cx="3376819" cy="609600"/>
          </a:xfrm>
          <a:prstGeom prst="rect">
            <a:avLst/>
          </a:prstGeom>
        </p:spPr>
        <p:txBody>
          <a:bodyPr anchor="ctr" anchorCtr="0"/>
          <a:lstStyle>
            <a:lvl1pPr marL="342900" indent="-342900" algn="l" defTabSz="1371600" rtl="0" eaLnBrk="1" latinLnBrk="0" hangingPunct="1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Char char="•"/>
              <a:defRPr sz="4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28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14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00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861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7719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457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143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829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371600" rtl="0" eaLnBrk="1" fontAlgn="auto" latinLnBrk="0" hangingPunct="1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id-ID" sz="2133" b="1" i="0" u="none" strike="noStrike" kern="1200" cap="none" spc="0" normalizeH="0" baseline="0" noProof="0" dirty="0">
              <a:ln>
                <a:noFill/>
              </a:ln>
              <a:solidFill>
                <a:srgbClr val="0065B0"/>
              </a:solidFill>
              <a:effectLst/>
              <a:uLnTx/>
              <a:uFillTx/>
              <a:latin typeface="Raleway"/>
              <a:ea typeface="+mn-ea"/>
              <a:cs typeface="+mn-cs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76900AC-0C9B-2277-561A-F32A4B0912E2}"/>
              </a:ext>
            </a:extLst>
          </p:cNvPr>
          <p:cNvGrpSpPr>
            <a:grpSpLocks noChangeAspect="1"/>
          </p:cNvGrpSpPr>
          <p:nvPr/>
        </p:nvGrpSpPr>
        <p:grpSpPr>
          <a:xfrm>
            <a:off x="638491" y="3064253"/>
            <a:ext cx="609600" cy="609600"/>
            <a:chOff x="7680960" y="617220"/>
            <a:chExt cx="1097280" cy="1097280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ADFC30AB-46B3-3EAA-6FAC-37BC85189324}"/>
                </a:ext>
              </a:extLst>
            </p:cNvPr>
            <p:cNvGrpSpPr/>
            <p:nvPr/>
          </p:nvGrpSpPr>
          <p:grpSpPr>
            <a:xfrm>
              <a:off x="7680960" y="617220"/>
              <a:ext cx="1097280" cy="1097280"/>
              <a:chOff x="8366760" y="2720340"/>
              <a:chExt cx="1097280" cy="1097280"/>
            </a:xfrm>
          </p:grpSpPr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FDE46E99-D527-0047-F27F-F2BC2FA84D31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>
                <a:off x="8366760" y="2720340"/>
                <a:ext cx="1097280" cy="1097280"/>
              </a:xfrm>
              <a:prstGeom prst="ellipse">
                <a:avLst/>
              </a:prstGeom>
              <a:solidFill>
                <a:schemeClr val="accent5"/>
              </a:solidFill>
              <a:ln w="1905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4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5C60BF07-B7A5-DEEA-287C-8697F606EC05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>
                <a:off x="8412480" y="2766060"/>
                <a:ext cx="1005840" cy="1005840"/>
              </a:xfrm>
              <a:prstGeom prst="ellipse">
                <a:avLst/>
              </a:prstGeom>
              <a:solidFill>
                <a:schemeClr val="accent6"/>
              </a:solidFill>
              <a:ln w="152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4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FC94DA0C-22F7-91F6-5C1B-CAD663F0819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458200" y="2811780"/>
                <a:ext cx="914400" cy="914400"/>
              </a:xfrm>
              <a:prstGeom prst="ellipse">
                <a:avLst/>
              </a:prstGeom>
              <a:solidFill>
                <a:schemeClr val="accent3"/>
              </a:solidFill>
              <a:ln w="152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4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1CEE146A-DD85-5F58-6B2F-3E1645851057}"/>
                </a:ext>
              </a:extLst>
            </p:cNvPr>
            <p:cNvGrpSpPr/>
            <p:nvPr userDrawn="1"/>
          </p:nvGrpSpPr>
          <p:grpSpPr>
            <a:xfrm>
              <a:off x="7978775" y="913447"/>
              <a:ext cx="479425" cy="481013"/>
              <a:chOff x="17164051" y="1144588"/>
              <a:chExt cx="479425" cy="481013"/>
            </a:xfrm>
            <a:solidFill>
              <a:schemeClr val="bg1"/>
            </a:solidFill>
          </p:grpSpPr>
          <p:sp>
            <p:nvSpPr>
              <p:cNvPr id="21" name="Freeform 252">
                <a:extLst>
                  <a:ext uri="{FF2B5EF4-FFF2-40B4-BE49-F238E27FC236}">
                    <a16:creationId xmlns:a16="http://schemas.microsoft.com/office/drawing/2014/main" id="{D03B3ACD-85B3-46A0-9ACB-377020EE06D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7164051" y="1144588"/>
                <a:ext cx="479425" cy="481013"/>
              </a:xfrm>
              <a:custGeom>
                <a:avLst/>
                <a:gdLst>
                  <a:gd name="T0" fmla="*/ 124 w 128"/>
                  <a:gd name="T1" fmla="*/ 107 h 128"/>
                  <a:gd name="T2" fmla="*/ 57 w 128"/>
                  <a:gd name="T3" fmla="*/ 40 h 128"/>
                  <a:gd name="T4" fmla="*/ 59 w 128"/>
                  <a:gd name="T5" fmla="*/ 29 h 128"/>
                  <a:gd name="T6" fmla="*/ 29 w 128"/>
                  <a:gd name="T7" fmla="*/ 0 h 128"/>
                  <a:gd name="T8" fmla="*/ 22 w 128"/>
                  <a:gd name="T9" fmla="*/ 1 h 128"/>
                  <a:gd name="T10" fmla="*/ 39 w 128"/>
                  <a:gd name="T11" fmla="*/ 18 h 128"/>
                  <a:gd name="T12" fmla="*/ 34 w 128"/>
                  <a:gd name="T13" fmla="*/ 34 h 128"/>
                  <a:gd name="T14" fmla="*/ 19 w 128"/>
                  <a:gd name="T15" fmla="*/ 39 h 128"/>
                  <a:gd name="T16" fmla="*/ 19 w 128"/>
                  <a:gd name="T17" fmla="*/ 39 h 128"/>
                  <a:gd name="T18" fmla="*/ 1 w 128"/>
                  <a:gd name="T19" fmla="*/ 22 h 128"/>
                  <a:gd name="T20" fmla="*/ 0 w 128"/>
                  <a:gd name="T21" fmla="*/ 29 h 128"/>
                  <a:gd name="T22" fmla="*/ 29 w 128"/>
                  <a:gd name="T23" fmla="*/ 59 h 128"/>
                  <a:gd name="T24" fmla="*/ 40 w 128"/>
                  <a:gd name="T25" fmla="*/ 57 h 128"/>
                  <a:gd name="T26" fmla="*/ 107 w 128"/>
                  <a:gd name="T27" fmla="*/ 124 h 128"/>
                  <a:gd name="T28" fmla="*/ 116 w 128"/>
                  <a:gd name="T29" fmla="*/ 128 h 128"/>
                  <a:gd name="T30" fmla="*/ 128 w 128"/>
                  <a:gd name="T31" fmla="*/ 116 h 128"/>
                  <a:gd name="T32" fmla="*/ 124 w 128"/>
                  <a:gd name="T33" fmla="*/ 107 h 128"/>
                  <a:gd name="T34" fmla="*/ 116 w 128"/>
                  <a:gd name="T35" fmla="*/ 121 h 128"/>
                  <a:gd name="T36" fmla="*/ 111 w 128"/>
                  <a:gd name="T37" fmla="*/ 116 h 128"/>
                  <a:gd name="T38" fmla="*/ 116 w 128"/>
                  <a:gd name="T39" fmla="*/ 111 h 128"/>
                  <a:gd name="T40" fmla="*/ 121 w 128"/>
                  <a:gd name="T41" fmla="*/ 116 h 128"/>
                  <a:gd name="T42" fmla="*/ 116 w 128"/>
                  <a:gd name="T43" fmla="*/ 121 h 1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28" h="128">
                    <a:moveTo>
                      <a:pt x="124" y="107"/>
                    </a:moveTo>
                    <a:cubicBezTo>
                      <a:pt x="57" y="40"/>
                      <a:pt x="57" y="40"/>
                      <a:pt x="57" y="40"/>
                    </a:cubicBezTo>
                    <a:cubicBezTo>
                      <a:pt x="58" y="36"/>
                      <a:pt x="59" y="33"/>
                      <a:pt x="59" y="29"/>
                    </a:cubicBezTo>
                    <a:cubicBezTo>
                      <a:pt x="59" y="13"/>
                      <a:pt x="46" y="0"/>
                      <a:pt x="29" y="0"/>
                    </a:cubicBezTo>
                    <a:cubicBezTo>
                      <a:pt x="27" y="0"/>
                      <a:pt x="24" y="0"/>
                      <a:pt x="22" y="1"/>
                    </a:cubicBezTo>
                    <a:cubicBezTo>
                      <a:pt x="39" y="18"/>
                      <a:pt x="39" y="18"/>
                      <a:pt x="39" y="18"/>
                    </a:cubicBezTo>
                    <a:cubicBezTo>
                      <a:pt x="42" y="21"/>
                      <a:pt x="40" y="28"/>
                      <a:pt x="34" y="34"/>
                    </a:cubicBezTo>
                    <a:cubicBezTo>
                      <a:pt x="28" y="40"/>
                      <a:pt x="21" y="42"/>
                      <a:pt x="19" y="39"/>
                    </a:cubicBezTo>
                    <a:cubicBezTo>
                      <a:pt x="19" y="39"/>
                      <a:pt x="19" y="39"/>
                      <a:pt x="19" y="39"/>
                    </a:cubicBezTo>
                    <a:cubicBezTo>
                      <a:pt x="1" y="22"/>
                      <a:pt x="1" y="22"/>
                      <a:pt x="1" y="22"/>
                    </a:cubicBezTo>
                    <a:cubicBezTo>
                      <a:pt x="0" y="24"/>
                      <a:pt x="0" y="27"/>
                      <a:pt x="0" y="29"/>
                    </a:cubicBezTo>
                    <a:cubicBezTo>
                      <a:pt x="0" y="46"/>
                      <a:pt x="13" y="59"/>
                      <a:pt x="29" y="59"/>
                    </a:cubicBezTo>
                    <a:cubicBezTo>
                      <a:pt x="33" y="59"/>
                      <a:pt x="36" y="58"/>
                      <a:pt x="40" y="57"/>
                    </a:cubicBezTo>
                    <a:cubicBezTo>
                      <a:pt x="107" y="124"/>
                      <a:pt x="107" y="124"/>
                      <a:pt x="107" y="124"/>
                    </a:cubicBezTo>
                    <a:cubicBezTo>
                      <a:pt x="109" y="127"/>
                      <a:pt x="112" y="128"/>
                      <a:pt x="116" y="128"/>
                    </a:cubicBezTo>
                    <a:cubicBezTo>
                      <a:pt x="122" y="128"/>
                      <a:pt x="128" y="122"/>
                      <a:pt x="128" y="116"/>
                    </a:cubicBezTo>
                    <a:cubicBezTo>
                      <a:pt x="128" y="112"/>
                      <a:pt x="127" y="109"/>
                      <a:pt x="124" y="107"/>
                    </a:cubicBezTo>
                    <a:close/>
                    <a:moveTo>
                      <a:pt x="116" y="121"/>
                    </a:moveTo>
                    <a:cubicBezTo>
                      <a:pt x="113" y="121"/>
                      <a:pt x="111" y="118"/>
                      <a:pt x="111" y="116"/>
                    </a:cubicBezTo>
                    <a:cubicBezTo>
                      <a:pt x="111" y="113"/>
                      <a:pt x="113" y="111"/>
                      <a:pt x="116" y="111"/>
                    </a:cubicBezTo>
                    <a:cubicBezTo>
                      <a:pt x="118" y="111"/>
                      <a:pt x="121" y="113"/>
                      <a:pt x="121" y="116"/>
                    </a:cubicBezTo>
                    <a:cubicBezTo>
                      <a:pt x="121" y="118"/>
                      <a:pt x="118" y="121"/>
                      <a:pt x="116" y="12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0960" tIns="30480" rIns="60960" bIns="3048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4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2" name="Freeform 253">
                <a:extLst>
                  <a:ext uri="{FF2B5EF4-FFF2-40B4-BE49-F238E27FC236}">
                    <a16:creationId xmlns:a16="http://schemas.microsoft.com/office/drawing/2014/main" id="{4E8F12FE-55FC-4466-84B1-891E4BDCFA0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33926" y="1144588"/>
                <a:ext cx="209550" cy="211138"/>
              </a:xfrm>
              <a:custGeom>
                <a:avLst/>
                <a:gdLst>
                  <a:gd name="T0" fmla="*/ 30 w 56"/>
                  <a:gd name="T1" fmla="*/ 15 h 56"/>
                  <a:gd name="T2" fmla="*/ 34 w 56"/>
                  <a:gd name="T3" fmla="*/ 19 h 56"/>
                  <a:gd name="T4" fmla="*/ 8 w 56"/>
                  <a:gd name="T5" fmla="*/ 44 h 56"/>
                  <a:gd name="T6" fmla="*/ 12 w 56"/>
                  <a:gd name="T7" fmla="*/ 48 h 56"/>
                  <a:gd name="T8" fmla="*/ 37 w 56"/>
                  <a:gd name="T9" fmla="*/ 23 h 56"/>
                  <a:gd name="T10" fmla="*/ 41 w 56"/>
                  <a:gd name="T11" fmla="*/ 26 h 56"/>
                  <a:gd name="T12" fmla="*/ 16 w 56"/>
                  <a:gd name="T13" fmla="*/ 52 h 56"/>
                  <a:gd name="T14" fmla="*/ 20 w 56"/>
                  <a:gd name="T15" fmla="*/ 56 h 56"/>
                  <a:gd name="T16" fmla="*/ 52 w 56"/>
                  <a:gd name="T17" fmla="*/ 25 h 56"/>
                  <a:gd name="T18" fmla="*/ 52 w 56"/>
                  <a:gd name="T19" fmla="*/ 25 h 56"/>
                  <a:gd name="T20" fmla="*/ 56 w 56"/>
                  <a:gd name="T21" fmla="*/ 15 h 56"/>
                  <a:gd name="T22" fmla="*/ 41 w 56"/>
                  <a:gd name="T23" fmla="*/ 0 h 56"/>
                  <a:gd name="T24" fmla="*/ 31 w 56"/>
                  <a:gd name="T25" fmla="*/ 4 h 56"/>
                  <a:gd name="T26" fmla="*/ 0 w 56"/>
                  <a:gd name="T27" fmla="*/ 36 h 56"/>
                  <a:gd name="T28" fmla="*/ 4 w 56"/>
                  <a:gd name="T29" fmla="*/ 40 h 56"/>
                  <a:gd name="T30" fmla="*/ 30 w 56"/>
                  <a:gd name="T31" fmla="*/ 15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56" h="56">
                    <a:moveTo>
                      <a:pt x="30" y="15"/>
                    </a:moveTo>
                    <a:cubicBezTo>
                      <a:pt x="34" y="19"/>
                      <a:pt x="34" y="19"/>
                      <a:pt x="34" y="19"/>
                    </a:cubicBezTo>
                    <a:cubicBezTo>
                      <a:pt x="8" y="44"/>
                      <a:pt x="8" y="44"/>
                      <a:pt x="8" y="44"/>
                    </a:cubicBezTo>
                    <a:cubicBezTo>
                      <a:pt x="12" y="48"/>
                      <a:pt x="12" y="48"/>
                      <a:pt x="12" y="48"/>
                    </a:cubicBezTo>
                    <a:cubicBezTo>
                      <a:pt x="37" y="23"/>
                      <a:pt x="37" y="23"/>
                      <a:pt x="37" y="23"/>
                    </a:cubicBezTo>
                    <a:cubicBezTo>
                      <a:pt x="41" y="26"/>
                      <a:pt x="41" y="26"/>
                      <a:pt x="41" y="26"/>
                    </a:cubicBezTo>
                    <a:cubicBezTo>
                      <a:pt x="16" y="52"/>
                      <a:pt x="16" y="52"/>
                      <a:pt x="16" y="52"/>
                    </a:cubicBezTo>
                    <a:cubicBezTo>
                      <a:pt x="20" y="56"/>
                      <a:pt x="20" y="56"/>
                      <a:pt x="20" y="56"/>
                    </a:cubicBezTo>
                    <a:cubicBezTo>
                      <a:pt x="52" y="25"/>
                      <a:pt x="52" y="25"/>
                      <a:pt x="52" y="25"/>
                    </a:cubicBezTo>
                    <a:cubicBezTo>
                      <a:pt x="52" y="25"/>
                      <a:pt x="52" y="25"/>
                      <a:pt x="52" y="25"/>
                    </a:cubicBezTo>
                    <a:cubicBezTo>
                      <a:pt x="54" y="22"/>
                      <a:pt x="56" y="19"/>
                      <a:pt x="56" y="15"/>
                    </a:cubicBezTo>
                    <a:cubicBezTo>
                      <a:pt x="56" y="7"/>
                      <a:pt x="49" y="0"/>
                      <a:pt x="41" y="0"/>
                    </a:cubicBezTo>
                    <a:cubicBezTo>
                      <a:pt x="37" y="0"/>
                      <a:pt x="34" y="2"/>
                      <a:pt x="31" y="4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4" y="40"/>
                      <a:pt x="4" y="40"/>
                      <a:pt x="4" y="40"/>
                    </a:cubicBezTo>
                    <a:lnTo>
                      <a:pt x="30" y="1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0960" tIns="30480" rIns="60960" bIns="3048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4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3" name="Freeform 254">
                <a:extLst>
                  <a:ext uri="{FF2B5EF4-FFF2-40B4-BE49-F238E27FC236}">
                    <a16:creationId xmlns:a16="http://schemas.microsoft.com/office/drawing/2014/main" id="{610E3464-7E3D-AC1B-1C8A-395CB932D9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164051" y="1438275"/>
                <a:ext cx="182563" cy="187325"/>
              </a:xfrm>
              <a:custGeom>
                <a:avLst/>
                <a:gdLst>
                  <a:gd name="T0" fmla="*/ 42 w 115"/>
                  <a:gd name="T1" fmla="*/ 59 h 118"/>
                  <a:gd name="T2" fmla="*/ 26 w 115"/>
                  <a:gd name="T3" fmla="*/ 59 h 118"/>
                  <a:gd name="T4" fmla="*/ 0 w 115"/>
                  <a:gd name="T5" fmla="*/ 101 h 118"/>
                  <a:gd name="T6" fmla="*/ 16 w 115"/>
                  <a:gd name="T7" fmla="*/ 118 h 118"/>
                  <a:gd name="T8" fmla="*/ 16 w 115"/>
                  <a:gd name="T9" fmla="*/ 118 h 118"/>
                  <a:gd name="T10" fmla="*/ 16 w 115"/>
                  <a:gd name="T11" fmla="*/ 118 h 118"/>
                  <a:gd name="T12" fmla="*/ 59 w 115"/>
                  <a:gd name="T13" fmla="*/ 92 h 118"/>
                  <a:gd name="T14" fmla="*/ 61 w 115"/>
                  <a:gd name="T15" fmla="*/ 73 h 118"/>
                  <a:gd name="T16" fmla="*/ 115 w 115"/>
                  <a:gd name="T17" fmla="*/ 16 h 118"/>
                  <a:gd name="T18" fmla="*/ 101 w 115"/>
                  <a:gd name="T19" fmla="*/ 0 h 118"/>
                  <a:gd name="T20" fmla="*/ 42 w 115"/>
                  <a:gd name="T21" fmla="*/ 59 h 1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15" h="118">
                    <a:moveTo>
                      <a:pt x="42" y="59"/>
                    </a:moveTo>
                    <a:lnTo>
                      <a:pt x="26" y="59"/>
                    </a:lnTo>
                    <a:lnTo>
                      <a:pt x="0" y="101"/>
                    </a:lnTo>
                    <a:lnTo>
                      <a:pt x="16" y="118"/>
                    </a:lnTo>
                    <a:lnTo>
                      <a:pt x="16" y="118"/>
                    </a:lnTo>
                    <a:lnTo>
                      <a:pt x="16" y="118"/>
                    </a:lnTo>
                    <a:lnTo>
                      <a:pt x="59" y="92"/>
                    </a:lnTo>
                    <a:lnTo>
                      <a:pt x="61" y="73"/>
                    </a:lnTo>
                    <a:lnTo>
                      <a:pt x="115" y="16"/>
                    </a:lnTo>
                    <a:lnTo>
                      <a:pt x="101" y="0"/>
                    </a:lnTo>
                    <a:lnTo>
                      <a:pt x="42" y="5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0960" tIns="30480" rIns="60960" bIns="3048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4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7D2D4668-6254-BE30-28B7-CF841DEB294A}"/>
              </a:ext>
            </a:extLst>
          </p:cNvPr>
          <p:cNvGrpSpPr/>
          <p:nvPr/>
        </p:nvGrpSpPr>
        <p:grpSpPr>
          <a:xfrm>
            <a:off x="5436516" y="274835"/>
            <a:ext cx="6323091" cy="801861"/>
            <a:chOff x="5436516" y="274835"/>
            <a:chExt cx="6323091" cy="801861"/>
          </a:xfrm>
        </p:grpSpPr>
        <p:sp>
          <p:nvSpPr>
            <p:cNvPr id="79" name="Text Placeholder 8">
              <a:extLst>
                <a:ext uri="{FF2B5EF4-FFF2-40B4-BE49-F238E27FC236}">
                  <a16:creationId xmlns:a16="http://schemas.microsoft.com/office/drawing/2014/main" id="{FB2F2A88-3C70-0D8F-507E-D8F27042639A}"/>
                </a:ext>
              </a:extLst>
            </p:cNvPr>
            <p:cNvSpPr txBox="1">
              <a:spLocks/>
            </p:cNvSpPr>
            <p:nvPr/>
          </p:nvSpPr>
          <p:spPr>
            <a:xfrm>
              <a:off x="6081333" y="274835"/>
              <a:ext cx="5678274" cy="801861"/>
            </a:xfrm>
            <a:prstGeom prst="rect">
              <a:avLst/>
            </a:prstGeom>
          </p:spPr>
          <p:txBody>
            <a:bodyPr anchor="ctr" anchorCtr="0"/>
            <a:lstStyle>
              <a:lvl1pPr marL="342900" indent="-342900" algn="l" defTabSz="1371600" rtl="0" eaLnBrk="1" latinLnBrk="0" hangingPunct="1">
                <a:lnSpc>
                  <a:spcPct val="90000"/>
                </a:lnSpc>
                <a:spcBef>
                  <a:spcPts val="1500"/>
                </a:spcBef>
                <a:buFont typeface="Arial" panose="020B0604020202020204" pitchFamily="34" charset="0"/>
                <a:buChar char="•"/>
                <a:defRPr sz="4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0287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7145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3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4003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0861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7719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44577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51435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8293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>
                <a:buNone/>
                <a:defRPr/>
              </a:pPr>
              <a:r>
                <a:rPr lang="en-US" sz="2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j-lt"/>
                </a:rPr>
                <a:t>Please keep your phone muted.</a:t>
              </a:r>
              <a:endParaRPr kumimoji="0" lang="id-ID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2ACF3639-09A4-3698-FC62-4E4BFA16388C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5436516" y="382610"/>
              <a:ext cx="487680" cy="487680"/>
              <a:chOff x="6416676" y="3908425"/>
              <a:chExt cx="960438" cy="960438"/>
            </a:xfrm>
            <a:solidFill>
              <a:schemeClr val="accent4"/>
            </a:solidFill>
          </p:grpSpPr>
          <p:sp>
            <p:nvSpPr>
              <p:cNvPr id="28" name="Freeform 306">
                <a:extLst>
                  <a:ext uri="{FF2B5EF4-FFF2-40B4-BE49-F238E27FC236}">
                    <a16:creationId xmlns:a16="http://schemas.microsoft.com/office/drawing/2014/main" id="{113BA296-715E-8D3E-177A-B0C5DF14AF5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416676" y="3908425"/>
                <a:ext cx="960438" cy="960438"/>
              </a:xfrm>
              <a:custGeom>
                <a:avLst/>
                <a:gdLst>
                  <a:gd name="T0" fmla="*/ 128 w 256"/>
                  <a:gd name="T1" fmla="*/ 0 h 256"/>
                  <a:gd name="T2" fmla="*/ 0 w 256"/>
                  <a:gd name="T3" fmla="*/ 128 h 256"/>
                  <a:gd name="T4" fmla="*/ 128 w 256"/>
                  <a:gd name="T5" fmla="*/ 256 h 256"/>
                  <a:gd name="T6" fmla="*/ 256 w 256"/>
                  <a:gd name="T7" fmla="*/ 128 h 256"/>
                  <a:gd name="T8" fmla="*/ 128 w 256"/>
                  <a:gd name="T9" fmla="*/ 0 h 256"/>
                  <a:gd name="T10" fmla="*/ 128 w 256"/>
                  <a:gd name="T11" fmla="*/ 244 h 256"/>
                  <a:gd name="T12" fmla="*/ 12 w 256"/>
                  <a:gd name="T13" fmla="*/ 128 h 256"/>
                  <a:gd name="T14" fmla="*/ 128 w 256"/>
                  <a:gd name="T15" fmla="*/ 12 h 256"/>
                  <a:gd name="T16" fmla="*/ 244 w 256"/>
                  <a:gd name="T17" fmla="*/ 128 h 256"/>
                  <a:gd name="T18" fmla="*/ 128 w 256"/>
                  <a:gd name="T19" fmla="*/ 244 h 2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56" h="256">
                    <a:moveTo>
                      <a:pt x="128" y="0"/>
                    </a:moveTo>
                    <a:cubicBezTo>
                      <a:pt x="57" y="0"/>
                      <a:pt x="0" y="57"/>
                      <a:pt x="0" y="128"/>
                    </a:cubicBezTo>
                    <a:cubicBezTo>
                      <a:pt x="0" y="199"/>
                      <a:pt x="57" y="256"/>
                      <a:pt x="128" y="256"/>
                    </a:cubicBezTo>
                    <a:cubicBezTo>
                      <a:pt x="199" y="256"/>
                      <a:pt x="256" y="199"/>
                      <a:pt x="256" y="128"/>
                    </a:cubicBezTo>
                    <a:cubicBezTo>
                      <a:pt x="256" y="57"/>
                      <a:pt x="199" y="0"/>
                      <a:pt x="128" y="0"/>
                    </a:cubicBezTo>
                    <a:close/>
                    <a:moveTo>
                      <a:pt x="128" y="244"/>
                    </a:moveTo>
                    <a:cubicBezTo>
                      <a:pt x="64" y="244"/>
                      <a:pt x="12" y="192"/>
                      <a:pt x="12" y="128"/>
                    </a:cubicBezTo>
                    <a:cubicBezTo>
                      <a:pt x="12" y="64"/>
                      <a:pt x="64" y="12"/>
                      <a:pt x="128" y="12"/>
                    </a:cubicBezTo>
                    <a:cubicBezTo>
                      <a:pt x="192" y="12"/>
                      <a:pt x="244" y="64"/>
                      <a:pt x="244" y="128"/>
                    </a:cubicBezTo>
                    <a:cubicBezTo>
                      <a:pt x="244" y="192"/>
                      <a:pt x="192" y="244"/>
                      <a:pt x="128" y="24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0960" tIns="30480" rIns="60960" bIns="3048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4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9" name="Freeform 409">
                <a:extLst>
                  <a:ext uri="{FF2B5EF4-FFF2-40B4-BE49-F238E27FC236}">
                    <a16:creationId xmlns:a16="http://schemas.microsoft.com/office/drawing/2014/main" id="{4854547D-6384-5612-390E-BBC43C887D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77038" y="4148138"/>
                <a:ext cx="292100" cy="481013"/>
              </a:xfrm>
              <a:custGeom>
                <a:avLst/>
                <a:gdLst>
                  <a:gd name="T0" fmla="*/ 33 w 184"/>
                  <a:gd name="T1" fmla="*/ 0 h 303"/>
                  <a:gd name="T2" fmla="*/ 0 w 184"/>
                  <a:gd name="T3" fmla="*/ 33 h 303"/>
                  <a:gd name="T4" fmla="*/ 118 w 184"/>
                  <a:gd name="T5" fmla="*/ 152 h 303"/>
                  <a:gd name="T6" fmla="*/ 0 w 184"/>
                  <a:gd name="T7" fmla="*/ 270 h 303"/>
                  <a:gd name="T8" fmla="*/ 33 w 184"/>
                  <a:gd name="T9" fmla="*/ 303 h 303"/>
                  <a:gd name="T10" fmla="*/ 184 w 184"/>
                  <a:gd name="T11" fmla="*/ 152 h 303"/>
                  <a:gd name="T12" fmla="*/ 33 w 184"/>
                  <a:gd name="T13" fmla="*/ 0 h 3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84" h="303">
                    <a:moveTo>
                      <a:pt x="33" y="0"/>
                    </a:moveTo>
                    <a:lnTo>
                      <a:pt x="0" y="33"/>
                    </a:lnTo>
                    <a:lnTo>
                      <a:pt x="118" y="152"/>
                    </a:lnTo>
                    <a:lnTo>
                      <a:pt x="0" y="270"/>
                    </a:lnTo>
                    <a:lnTo>
                      <a:pt x="33" y="303"/>
                    </a:lnTo>
                    <a:lnTo>
                      <a:pt x="184" y="152"/>
                    </a:lnTo>
                    <a:lnTo>
                      <a:pt x="33" y="0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0960" tIns="30480" rIns="60960" bIns="3048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4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F169931A-3B04-8DE7-445C-80A67B7C4590}"/>
              </a:ext>
            </a:extLst>
          </p:cNvPr>
          <p:cNvGrpSpPr/>
          <p:nvPr/>
        </p:nvGrpSpPr>
        <p:grpSpPr>
          <a:xfrm>
            <a:off x="5436516" y="1609027"/>
            <a:ext cx="6309794" cy="866088"/>
            <a:chOff x="5439182" y="1247476"/>
            <a:chExt cx="6309794" cy="866088"/>
          </a:xfrm>
        </p:grpSpPr>
        <p:sp>
          <p:nvSpPr>
            <p:cNvPr id="80" name="Text Placeholder 8">
              <a:extLst>
                <a:ext uri="{FF2B5EF4-FFF2-40B4-BE49-F238E27FC236}">
                  <a16:creationId xmlns:a16="http://schemas.microsoft.com/office/drawing/2014/main" id="{8CA0897E-97A0-A5D4-3D73-7014C4E1AFB1}"/>
                </a:ext>
              </a:extLst>
            </p:cNvPr>
            <p:cNvSpPr txBox="1">
              <a:spLocks/>
            </p:cNvSpPr>
            <p:nvPr/>
          </p:nvSpPr>
          <p:spPr>
            <a:xfrm>
              <a:off x="6081332" y="1503964"/>
              <a:ext cx="5667644" cy="609600"/>
            </a:xfrm>
            <a:prstGeom prst="rect">
              <a:avLst/>
            </a:prstGeom>
          </p:spPr>
          <p:txBody>
            <a:bodyPr anchor="ctr" anchorCtr="0"/>
            <a:lstStyle>
              <a:lvl1pPr marL="342900" indent="-342900" algn="l" defTabSz="1371600" rtl="0" eaLnBrk="1" latinLnBrk="0" hangingPunct="1">
                <a:lnSpc>
                  <a:spcPct val="90000"/>
                </a:lnSpc>
                <a:spcBef>
                  <a:spcPts val="1500"/>
                </a:spcBef>
                <a:buFont typeface="Arial" panose="020B0604020202020204" pitchFamily="34" charset="0"/>
                <a:buChar char="•"/>
                <a:defRPr sz="4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0287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7145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3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4003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0861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7719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44577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51435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8293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>
                <a:buNone/>
                <a:defRPr/>
              </a:pPr>
              <a:r>
                <a:rPr lang="en-US" sz="2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j-lt"/>
                </a:rPr>
                <a:t>Please raise your hand for any question(s).</a:t>
              </a:r>
            </a:p>
            <a:p>
              <a:pPr marL="0" marR="0" lvl="0" indent="0" algn="l" defTabSz="1371600" rtl="0" eaLnBrk="1" fontAlgn="auto" latinLnBrk="0" hangingPunct="1">
                <a:lnSpc>
                  <a:spcPct val="90000"/>
                </a:lnSpc>
                <a:spcBef>
                  <a:spcPts val="15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666666"/>
                  </a:solidFill>
                  <a:effectLst/>
                  <a:uLnTx/>
                  <a:uFillTx/>
                  <a:latin typeface="Raleway"/>
                  <a:ea typeface="+mn-ea"/>
                  <a:cs typeface="+mn-cs"/>
                </a:rPr>
                <a:t> </a:t>
              </a:r>
              <a:endParaRPr kumimoji="0" lang="id-ID" sz="2133" b="1" i="0" u="none" strike="noStrike" kern="1200" cap="none" spc="0" normalizeH="0" baseline="0" noProof="0" dirty="0">
                <a:ln>
                  <a:noFill/>
                </a:ln>
                <a:solidFill>
                  <a:srgbClr val="0065B0"/>
                </a:solidFill>
                <a:effectLst/>
                <a:uLnTx/>
                <a:uFillTx/>
                <a:latin typeface="Raleway"/>
                <a:ea typeface="+mn-ea"/>
                <a:cs typeface="+mn-cs"/>
              </a:endParaRPr>
            </a:p>
          </p:txBody>
        </p: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ADD0C8E6-3ACE-87A2-0E3B-F2ED403EAC83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5439182" y="1247476"/>
              <a:ext cx="487680" cy="487680"/>
              <a:chOff x="6416676" y="3908425"/>
              <a:chExt cx="960438" cy="960438"/>
            </a:xfrm>
            <a:solidFill>
              <a:schemeClr val="accent4"/>
            </a:solidFill>
          </p:grpSpPr>
          <p:sp>
            <p:nvSpPr>
              <p:cNvPr id="31" name="Freeform 306">
                <a:extLst>
                  <a:ext uri="{FF2B5EF4-FFF2-40B4-BE49-F238E27FC236}">
                    <a16:creationId xmlns:a16="http://schemas.microsoft.com/office/drawing/2014/main" id="{A75A6EF5-EEA7-7273-D30B-2585A0872FF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416676" y="3908425"/>
                <a:ext cx="960438" cy="960438"/>
              </a:xfrm>
              <a:custGeom>
                <a:avLst/>
                <a:gdLst>
                  <a:gd name="T0" fmla="*/ 128 w 256"/>
                  <a:gd name="T1" fmla="*/ 0 h 256"/>
                  <a:gd name="T2" fmla="*/ 0 w 256"/>
                  <a:gd name="T3" fmla="*/ 128 h 256"/>
                  <a:gd name="T4" fmla="*/ 128 w 256"/>
                  <a:gd name="T5" fmla="*/ 256 h 256"/>
                  <a:gd name="T6" fmla="*/ 256 w 256"/>
                  <a:gd name="T7" fmla="*/ 128 h 256"/>
                  <a:gd name="T8" fmla="*/ 128 w 256"/>
                  <a:gd name="T9" fmla="*/ 0 h 256"/>
                  <a:gd name="T10" fmla="*/ 128 w 256"/>
                  <a:gd name="T11" fmla="*/ 244 h 256"/>
                  <a:gd name="T12" fmla="*/ 12 w 256"/>
                  <a:gd name="T13" fmla="*/ 128 h 256"/>
                  <a:gd name="T14" fmla="*/ 128 w 256"/>
                  <a:gd name="T15" fmla="*/ 12 h 256"/>
                  <a:gd name="T16" fmla="*/ 244 w 256"/>
                  <a:gd name="T17" fmla="*/ 128 h 256"/>
                  <a:gd name="T18" fmla="*/ 128 w 256"/>
                  <a:gd name="T19" fmla="*/ 244 h 2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56" h="256">
                    <a:moveTo>
                      <a:pt x="128" y="0"/>
                    </a:moveTo>
                    <a:cubicBezTo>
                      <a:pt x="57" y="0"/>
                      <a:pt x="0" y="57"/>
                      <a:pt x="0" y="128"/>
                    </a:cubicBezTo>
                    <a:cubicBezTo>
                      <a:pt x="0" y="199"/>
                      <a:pt x="57" y="256"/>
                      <a:pt x="128" y="256"/>
                    </a:cubicBezTo>
                    <a:cubicBezTo>
                      <a:pt x="199" y="256"/>
                      <a:pt x="256" y="199"/>
                      <a:pt x="256" y="128"/>
                    </a:cubicBezTo>
                    <a:cubicBezTo>
                      <a:pt x="256" y="57"/>
                      <a:pt x="199" y="0"/>
                      <a:pt x="128" y="0"/>
                    </a:cubicBezTo>
                    <a:close/>
                    <a:moveTo>
                      <a:pt x="128" y="244"/>
                    </a:moveTo>
                    <a:cubicBezTo>
                      <a:pt x="64" y="244"/>
                      <a:pt x="12" y="192"/>
                      <a:pt x="12" y="128"/>
                    </a:cubicBezTo>
                    <a:cubicBezTo>
                      <a:pt x="12" y="64"/>
                      <a:pt x="64" y="12"/>
                      <a:pt x="128" y="12"/>
                    </a:cubicBezTo>
                    <a:cubicBezTo>
                      <a:pt x="192" y="12"/>
                      <a:pt x="244" y="64"/>
                      <a:pt x="244" y="128"/>
                    </a:cubicBezTo>
                    <a:cubicBezTo>
                      <a:pt x="244" y="192"/>
                      <a:pt x="192" y="244"/>
                      <a:pt x="128" y="24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0960" tIns="30480" rIns="60960" bIns="3048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4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2" name="Freeform 409">
                <a:extLst>
                  <a:ext uri="{FF2B5EF4-FFF2-40B4-BE49-F238E27FC236}">
                    <a16:creationId xmlns:a16="http://schemas.microsoft.com/office/drawing/2014/main" id="{AFF79019-9754-F198-231D-2E5D021377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77038" y="4148138"/>
                <a:ext cx="292100" cy="481013"/>
              </a:xfrm>
              <a:custGeom>
                <a:avLst/>
                <a:gdLst>
                  <a:gd name="T0" fmla="*/ 33 w 184"/>
                  <a:gd name="T1" fmla="*/ 0 h 303"/>
                  <a:gd name="T2" fmla="*/ 0 w 184"/>
                  <a:gd name="T3" fmla="*/ 33 h 303"/>
                  <a:gd name="T4" fmla="*/ 118 w 184"/>
                  <a:gd name="T5" fmla="*/ 152 h 303"/>
                  <a:gd name="T6" fmla="*/ 0 w 184"/>
                  <a:gd name="T7" fmla="*/ 270 h 303"/>
                  <a:gd name="T8" fmla="*/ 33 w 184"/>
                  <a:gd name="T9" fmla="*/ 303 h 303"/>
                  <a:gd name="T10" fmla="*/ 184 w 184"/>
                  <a:gd name="T11" fmla="*/ 152 h 303"/>
                  <a:gd name="T12" fmla="*/ 33 w 184"/>
                  <a:gd name="T13" fmla="*/ 0 h 3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84" h="303">
                    <a:moveTo>
                      <a:pt x="33" y="0"/>
                    </a:moveTo>
                    <a:lnTo>
                      <a:pt x="0" y="33"/>
                    </a:lnTo>
                    <a:lnTo>
                      <a:pt x="118" y="152"/>
                    </a:lnTo>
                    <a:lnTo>
                      <a:pt x="0" y="270"/>
                    </a:lnTo>
                    <a:lnTo>
                      <a:pt x="33" y="303"/>
                    </a:lnTo>
                    <a:lnTo>
                      <a:pt x="184" y="152"/>
                    </a:lnTo>
                    <a:lnTo>
                      <a:pt x="33" y="0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0960" tIns="30480" rIns="60960" bIns="3048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4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13DF62B7-E79A-798D-12D5-0A5D846E4C20}"/>
              </a:ext>
            </a:extLst>
          </p:cNvPr>
          <p:cNvGrpSpPr/>
          <p:nvPr/>
        </p:nvGrpSpPr>
        <p:grpSpPr>
          <a:xfrm>
            <a:off x="5436516" y="2917279"/>
            <a:ext cx="6432052" cy="609600"/>
            <a:chOff x="5465780" y="2967134"/>
            <a:chExt cx="6432052" cy="609600"/>
          </a:xfrm>
        </p:grpSpPr>
        <p:sp>
          <p:nvSpPr>
            <p:cNvPr id="17" name="Text Placeholder 8">
              <a:extLst>
                <a:ext uri="{FF2B5EF4-FFF2-40B4-BE49-F238E27FC236}">
                  <a16:creationId xmlns:a16="http://schemas.microsoft.com/office/drawing/2014/main" id="{44A5D3AF-6ACD-F860-89A4-743B1FB7BDD3}"/>
                </a:ext>
              </a:extLst>
            </p:cNvPr>
            <p:cNvSpPr txBox="1">
              <a:spLocks/>
            </p:cNvSpPr>
            <p:nvPr/>
          </p:nvSpPr>
          <p:spPr>
            <a:xfrm>
              <a:off x="6091963" y="2967134"/>
              <a:ext cx="5805869" cy="609600"/>
            </a:xfrm>
            <a:prstGeom prst="rect">
              <a:avLst/>
            </a:prstGeom>
          </p:spPr>
          <p:txBody>
            <a:bodyPr anchor="ctr" anchorCtr="0"/>
            <a:lstStyle>
              <a:lvl1pPr marL="342900" indent="-342900" algn="l" defTabSz="1371600" rtl="0" eaLnBrk="1" latinLnBrk="0" hangingPunct="1">
                <a:lnSpc>
                  <a:spcPct val="90000"/>
                </a:lnSpc>
                <a:spcBef>
                  <a:spcPts val="1500"/>
                </a:spcBef>
                <a:buFont typeface="Arial" panose="020B0604020202020204" pitchFamily="34" charset="0"/>
                <a:buChar char="•"/>
                <a:defRPr sz="4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0287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7145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3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4003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0861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7719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44577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51435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8293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>
                <a:buNone/>
                <a:defRPr/>
              </a:pPr>
              <a:r>
                <a:rPr lang="en-US" sz="2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j-lt"/>
                </a:rPr>
                <a:t>This session is NOT being recorded. The slides will be shared afterward.</a:t>
              </a:r>
              <a:endParaRPr kumimoji="0" lang="id-ID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+mj-lt"/>
              </a:endParaRPr>
            </a:p>
          </p:txBody>
        </p: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24A4AC01-B2A6-68FC-9A7A-0400DD9004E1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5465780" y="2998513"/>
              <a:ext cx="487680" cy="487680"/>
              <a:chOff x="6416676" y="3908425"/>
              <a:chExt cx="960438" cy="960438"/>
            </a:xfrm>
            <a:solidFill>
              <a:schemeClr val="accent4"/>
            </a:solidFill>
          </p:grpSpPr>
          <p:sp>
            <p:nvSpPr>
              <p:cNvPr id="37" name="Freeform 306">
                <a:extLst>
                  <a:ext uri="{FF2B5EF4-FFF2-40B4-BE49-F238E27FC236}">
                    <a16:creationId xmlns:a16="http://schemas.microsoft.com/office/drawing/2014/main" id="{7E50AD30-FA96-C773-FF78-216C20742E3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416676" y="3908425"/>
                <a:ext cx="960438" cy="960438"/>
              </a:xfrm>
              <a:custGeom>
                <a:avLst/>
                <a:gdLst>
                  <a:gd name="T0" fmla="*/ 128 w 256"/>
                  <a:gd name="T1" fmla="*/ 0 h 256"/>
                  <a:gd name="T2" fmla="*/ 0 w 256"/>
                  <a:gd name="T3" fmla="*/ 128 h 256"/>
                  <a:gd name="T4" fmla="*/ 128 w 256"/>
                  <a:gd name="T5" fmla="*/ 256 h 256"/>
                  <a:gd name="T6" fmla="*/ 256 w 256"/>
                  <a:gd name="T7" fmla="*/ 128 h 256"/>
                  <a:gd name="T8" fmla="*/ 128 w 256"/>
                  <a:gd name="T9" fmla="*/ 0 h 256"/>
                  <a:gd name="T10" fmla="*/ 128 w 256"/>
                  <a:gd name="T11" fmla="*/ 244 h 256"/>
                  <a:gd name="T12" fmla="*/ 12 w 256"/>
                  <a:gd name="T13" fmla="*/ 128 h 256"/>
                  <a:gd name="T14" fmla="*/ 128 w 256"/>
                  <a:gd name="T15" fmla="*/ 12 h 256"/>
                  <a:gd name="T16" fmla="*/ 244 w 256"/>
                  <a:gd name="T17" fmla="*/ 128 h 256"/>
                  <a:gd name="T18" fmla="*/ 128 w 256"/>
                  <a:gd name="T19" fmla="*/ 244 h 2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56" h="256">
                    <a:moveTo>
                      <a:pt x="128" y="0"/>
                    </a:moveTo>
                    <a:cubicBezTo>
                      <a:pt x="57" y="0"/>
                      <a:pt x="0" y="57"/>
                      <a:pt x="0" y="128"/>
                    </a:cubicBezTo>
                    <a:cubicBezTo>
                      <a:pt x="0" y="199"/>
                      <a:pt x="57" y="256"/>
                      <a:pt x="128" y="256"/>
                    </a:cubicBezTo>
                    <a:cubicBezTo>
                      <a:pt x="199" y="256"/>
                      <a:pt x="256" y="199"/>
                      <a:pt x="256" y="128"/>
                    </a:cubicBezTo>
                    <a:cubicBezTo>
                      <a:pt x="256" y="57"/>
                      <a:pt x="199" y="0"/>
                      <a:pt x="128" y="0"/>
                    </a:cubicBezTo>
                    <a:close/>
                    <a:moveTo>
                      <a:pt x="128" y="244"/>
                    </a:moveTo>
                    <a:cubicBezTo>
                      <a:pt x="64" y="244"/>
                      <a:pt x="12" y="192"/>
                      <a:pt x="12" y="128"/>
                    </a:cubicBezTo>
                    <a:cubicBezTo>
                      <a:pt x="12" y="64"/>
                      <a:pt x="64" y="12"/>
                      <a:pt x="128" y="12"/>
                    </a:cubicBezTo>
                    <a:cubicBezTo>
                      <a:pt x="192" y="12"/>
                      <a:pt x="244" y="64"/>
                      <a:pt x="244" y="128"/>
                    </a:cubicBezTo>
                    <a:cubicBezTo>
                      <a:pt x="244" y="192"/>
                      <a:pt x="192" y="244"/>
                      <a:pt x="128" y="24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0960" tIns="30480" rIns="60960" bIns="3048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4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8" name="Freeform 409">
                <a:extLst>
                  <a:ext uri="{FF2B5EF4-FFF2-40B4-BE49-F238E27FC236}">
                    <a16:creationId xmlns:a16="http://schemas.microsoft.com/office/drawing/2014/main" id="{1EA13B80-95E0-0E41-9A09-B5A54DCD3C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77038" y="4148138"/>
                <a:ext cx="292100" cy="481013"/>
              </a:xfrm>
              <a:custGeom>
                <a:avLst/>
                <a:gdLst>
                  <a:gd name="T0" fmla="*/ 33 w 184"/>
                  <a:gd name="T1" fmla="*/ 0 h 303"/>
                  <a:gd name="T2" fmla="*/ 0 w 184"/>
                  <a:gd name="T3" fmla="*/ 33 h 303"/>
                  <a:gd name="T4" fmla="*/ 118 w 184"/>
                  <a:gd name="T5" fmla="*/ 152 h 303"/>
                  <a:gd name="T6" fmla="*/ 0 w 184"/>
                  <a:gd name="T7" fmla="*/ 270 h 303"/>
                  <a:gd name="T8" fmla="*/ 33 w 184"/>
                  <a:gd name="T9" fmla="*/ 303 h 303"/>
                  <a:gd name="T10" fmla="*/ 184 w 184"/>
                  <a:gd name="T11" fmla="*/ 152 h 303"/>
                  <a:gd name="T12" fmla="*/ 33 w 184"/>
                  <a:gd name="T13" fmla="*/ 0 h 3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84" h="303">
                    <a:moveTo>
                      <a:pt x="33" y="0"/>
                    </a:moveTo>
                    <a:lnTo>
                      <a:pt x="0" y="33"/>
                    </a:lnTo>
                    <a:lnTo>
                      <a:pt x="118" y="152"/>
                    </a:lnTo>
                    <a:lnTo>
                      <a:pt x="0" y="270"/>
                    </a:lnTo>
                    <a:lnTo>
                      <a:pt x="33" y="303"/>
                    </a:lnTo>
                    <a:lnTo>
                      <a:pt x="184" y="152"/>
                    </a:lnTo>
                    <a:lnTo>
                      <a:pt x="33" y="0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0960" tIns="30480" rIns="60960" bIns="3048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4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F22BBCE8-1240-5695-BA93-6B9A4196050E}"/>
              </a:ext>
            </a:extLst>
          </p:cNvPr>
          <p:cNvGrpSpPr/>
          <p:nvPr/>
        </p:nvGrpSpPr>
        <p:grpSpPr>
          <a:xfrm>
            <a:off x="5436516" y="4303735"/>
            <a:ext cx="6268035" cy="623071"/>
            <a:chOff x="5491573" y="5311569"/>
            <a:chExt cx="6268035" cy="623071"/>
          </a:xfrm>
        </p:grpSpPr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DAE1EDCC-6940-4461-51A2-AD0E1FAE3494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5491573" y="5311569"/>
              <a:ext cx="487680" cy="487680"/>
              <a:chOff x="6416676" y="3908425"/>
              <a:chExt cx="960438" cy="960438"/>
            </a:xfrm>
            <a:solidFill>
              <a:schemeClr val="accent4"/>
            </a:solidFill>
          </p:grpSpPr>
          <p:sp>
            <p:nvSpPr>
              <p:cNvPr id="70" name="Freeform 306">
                <a:extLst>
                  <a:ext uri="{FF2B5EF4-FFF2-40B4-BE49-F238E27FC236}">
                    <a16:creationId xmlns:a16="http://schemas.microsoft.com/office/drawing/2014/main" id="{E48C64FB-6543-1ED6-D3D1-09377C0C328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416676" y="3908425"/>
                <a:ext cx="960438" cy="960438"/>
              </a:xfrm>
              <a:custGeom>
                <a:avLst/>
                <a:gdLst>
                  <a:gd name="T0" fmla="*/ 128 w 256"/>
                  <a:gd name="T1" fmla="*/ 0 h 256"/>
                  <a:gd name="T2" fmla="*/ 0 w 256"/>
                  <a:gd name="T3" fmla="*/ 128 h 256"/>
                  <a:gd name="T4" fmla="*/ 128 w 256"/>
                  <a:gd name="T5" fmla="*/ 256 h 256"/>
                  <a:gd name="T6" fmla="*/ 256 w 256"/>
                  <a:gd name="T7" fmla="*/ 128 h 256"/>
                  <a:gd name="T8" fmla="*/ 128 w 256"/>
                  <a:gd name="T9" fmla="*/ 0 h 256"/>
                  <a:gd name="T10" fmla="*/ 128 w 256"/>
                  <a:gd name="T11" fmla="*/ 244 h 256"/>
                  <a:gd name="T12" fmla="*/ 12 w 256"/>
                  <a:gd name="T13" fmla="*/ 128 h 256"/>
                  <a:gd name="T14" fmla="*/ 128 w 256"/>
                  <a:gd name="T15" fmla="*/ 12 h 256"/>
                  <a:gd name="T16" fmla="*/ 244 w 256"/>
                  <a:gd name="T17" fmla="*/ 128 h 256"/>
                  <a:gd name="T18" fmla="*/ 128 w 256"/>
                  <a:gd name="T19" fmla="*/ 244 h 2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56" h="256">
                    <a:moveTo>
                      <a:pt x="128" y="0"/>
                    </a:moveTo>
                    <a:cubicBezTo>
                      <a:pt x="57" y="0"/>
                      <a:pt x="0" y="57"/>
                      <a:pt x="0" y="128"/>
                    </a:cubicBezTo>
                    <a:cubicBezTo>
                      <a:pt x="0" y="199"/>
                      <a:pt x="57" y="256"/>
                      <a:pt x="128" y="256"/>
                    </a:cubicBezTo>
                    <a:cubicBezTo>
                      <a:pt x="199" y="256"/>
                      <a:pt x="256" y="199"/>
                      <a:pt x="256" y="128"/>
                    </a:cubicBezTo>
                    <a:cubicBezTo>
                      <a:pt x="256" y="57"/>
                      <a:pt x="199" y="0"/>
                      <a:pt x="128" y="0"/>
                    </a:cubicBezTo>
                    <a:close/>
                    <a:moveTo>
                      <a:pt x="128" y="244"/>
                    </a:moveTo>
                    <a:cubicBezTo>
                      <a:pt x="64" y="244"/>
                      <a:pt x="12" y="192"/>
                      <a:pt x="12" y="128"/>
                    </a:cubicBezTo>
                    <a:cubicBezTo>
                      <a:pt x="12" y="64"/>
                      <a:pt x="64" y="12"/>
                      <a:pt x="128" y="12"/>
                    </a:cubicBezTo>
                    <a:cubicBezTo>
                      <a:pt x="192" y="12"/>
                      <a:pt x="244" y="64"/>
                      <a:pt x="244" y="128"/>
                    </a:cubicBezTo>
                    <a:cubicBezTo>
                      <a:pt x="244" y="192"/>
                      <a:pt x="192" y="244"/>
                      <a:pt x="128" y="24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0960" tIns="30480" rIns="60960" bIns="3048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4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71" name="Freeform 409">
                <a:extLst>
                  <a:ext uri="{FF2B5EF4-FFF2-40B4-BE49-F238E27FC236}">
                    <a16:creationId xmlns:a16="http://schemas.microsoft.com/office/drawing/2014/main" id="{39E737FF-2E92-CF5E-82EB-E651696C64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77038" y="4148138"/>
                <a:ext cx="292100" cy="481013"/>
              </a:xfrm>
              <a:custGeom>
                <a:avLst/>
                <a:gdLst>
                  <a:gd name="T0" fmla="*/ 33 w 184"/>
                  <a:gd name="T1" fmla="*/ 0 h 303"/>
                  <a:gd name="T2" fmla="*/ 0 w 184"/>
                  <a:gd name="T3" fmla="*/ 33 h 303"/>
                  <a:gd name="T4" fmla="*/ 118 w 184"/>
                  <a:gd name="T5" fmla="*/ 152 h 303"/>
                  <a:gd name="T6" fmla="*/ 0 w 184"/>
                  <a:gd name="T7" fmla="*/ 270 h 303"/>
                  <a:gd name="T8" fmla="*/ 33 w 184"/>
                  <a:gd name="T9" fmla="*/ 303 h 303"/>
                  <a:gd name="T10" fmla="*/ 184 w 184"/>
                  <a:gd name="T11" fmla="*/ 152 h 303"/>
                  <a:gd name="T12" fmla="*/ 33 w 184"/>
                  <a:gd name="T13" fmla="*/ 0 h 3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84" h="303">
                    <a:moveTo>
                      <a:pt x="33" y="0"/>
                    </a:moveTo>
                    <a:lnTo>
                      <a:pt x="0" y="33"/>
                    </a:lnTo>
                    <a:lnTo>
                      <a:pt x="118" y="152"/>
                    </a:lnTo>
                    <a:lnTo>
                      <a:pt x="0" y="270"/>
                    </a:lnTo>
                    <a:lnTo>
                      <a:pt x="33" y="303"/>
                    </a:lnTo>
                    <a:lnTo>
                      <a:pt x="184" y="152"/>
                    </a:lnTo>
                    <a:lnTo>
                      <a:pt x="33" y="0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0960" tIns="30480" rIns="60960" bIns="3048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4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76" name="Text Placeholder 8">
              <a:extLst>
                <a:ext uri="{FF2B5EF4-FFF2-40B4-BE49-F238E27FC236}">
                  <a16:creationId xmlns:a16="http://schemas.microsoft.com/office/drawing/2014/main" id="{79291C0E-2AF9-4AD1-A145-84AACC1B7366}"/>
                </a:ext>
              </a:extLst>
            </p:cNvPr>
            <p:cNvSpPr txBox="1">
              <a:spLocks/>
            </p:cNvSpPr>
            <p:nvPr/>
          </p:nvSpPr>
          <p:spPr>
            <a:xfrm>
              <a:off x="6098653" y="5325040"/>
              <a:ext cx="5660955" cy="609600"/>
            </a:xfrm>
            <a:prstGeom prst="rect">
              <a:avLst/>
            </a:prstGeom>
          </p:spPr>
          <p:txBody>
            <a:bodyPr anchor="ctr" anchorCtr="0"/>
            <a:lstStyle>
              <a:lvl1pPr marL="342900" indent="-342900" algn="l" defTabSz="1371600" rtl="0" eaLnBrk="1" latinLnBrk="0" hangingPunct="1">
                <a:lnSpc>
                  <a:spcPct val="90000"/>
                </a:lnSpc>
                <a:spcBef>
                  <a:spcPts val="1500"/>
                </a:spcBef>
                <a:buFont typeface="Arial" panose="020B0604020202020204" pitchFamily="34" charset="0"/>
                <a:buChar char="•"/>
                <a:defRPr sz="4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0287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7145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3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4003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0861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7719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44577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51435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8293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>
                <a:buNone/>
                <a:defRPr/>
              </a:pPr>
              <a:r>
                <a:rPr lang="en-US" sz="2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j-lt"/>
                </a:rPr>
                <a:t>Be respectful of others’ speaking time and opinions.</a:t>
              </a:r>
              <a:endParaRPr kumimoji="0" lang="id-ID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+mj-lt"/>
              </a:endParaRP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1258AFD-6A8F-E2EB-01D5-F0523DC76512}"/>
              </a:ext>
            </a:extLst>
          </p:cNvPr>
          <p:cNvGrpSpPr/>
          <p:nvPr/>
        </p:nvGrpSpPr>
        <p:grpSpPr>
          <a:xfrm>
            <a:off x="5437738" y="5586778"/>
            <a:ext cx="6281334" cy="609600"/>
            <a:chOff x="5478274" y="6008926"/>
            <a:chExt cx="6281334" cy="609600"/>
          </a:xfrm>
        </p:grpSpPr>
        <p:grpSp>
          <p:nvGrpSpPr>
            <p:cNvPr id="72" name="Group 71">
              <a:extLst>
                <a:ext uri="{FF2B5EF4-FFF2-40B4-BE49-F238E27FC236}">
                  <a16:creationId xmlns:a16="http://schemas.microsoft.com/office/drawing/2014/main" id="{9923F9E1-B323-2065-E0B1-8763ED9E2B22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5478274" y="6072724"/>
              <a:ext cx="487680" cy="487680"/>
              <a:chOff x="6416676" y="3908425"/>
              <a:chExt cx="960438" cy="960438"/>
            </a:xfrm>
            <a:solidFill>
              <a:schemeClr val="accent4"/>
            </a:solidFill>
          </p:grpSpPr>
          <p:sp>
            <p:nvSpPr>
              <p:cNvPr id="73" name="Freeform 306">
                <a:extLst>
                  <a:ext uri="{FF2B5EF4-FFF2-40B4-BE49-F238E27FC236}">
                    <a16:creationId xmlns:a16="http://schemas.microsoft.com/office/drawing/2014/main" id="{3CA7F53E-1744-4F95-C4A4-CD38A879BD8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416676" y="3908425"/>
                <a:ext cx="960438" cy="960438"/>
              </a:xfrm>
              <a:custGeom>
                <a:avLst/>
                <a:gdLst>
                  <a:gd name="T0" fmla="*/ 128 w 256"/>
                  <a:gd name="T1" fmla="*/ 0 h 256"/>
                  <a:gd name="T2" fmla="*/ 0 w 256"/>
                  <a:gd name="T3" fmla="*/ 128 h 256"/>
                  <a:gd name="T4" fmla="*/ 128 w 256"/>
                  <a:gd name="T5" fmla="*/ 256 h 256"/>
                  <a:gd name="T6" fmla="*/ 256 w 256"/>
                  <a:gd name="T7" fmla="*/ 128 h 256"/>
                  <a:gd name="T8" fmla="*/ 128 w 256"/>
                  <a:gd name="T9" fmla="*/ 0 h 256"/>
                  <a:gd name="T10" fmla="*/ 128 w 256"/>
                  <a:gd name="T11" fmla="*/ 244 h 256"/>
                  <a:gd name="T12" fmla="*/ 12 w 256"/>
                  <a:gd name="T13" fmla="*/ 128 h 256"/>
                  <a:gd name="T14" fmla="*/ 128 w 256"/>
                  <a:gd name="T15" fmla="*/ 12 h 256"/>
                  <a:gd name="T16" fmla="*/ 244 w 256"/>
                  <a:gd name="T17" fmla="*/ 128 h 256"/>
                  <a:gd name="T18" fmla="*/ 128 w 256"/>
                  <a:gd name="T19" fmla="*/ 244 h 2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56" h="256">
                    <a:moveTo>
                      <a:pt x="128" y="0"/>
                    </a:moveTo>
                    <a:cubicBezTo>
                      <a:pt x="57" y="0"/>
                      <a:pt x="0" y="57"/>
                      <a:pt x="0" y="128"/>
                    </a:cubicBezTo>
                    <a:cubicBezTo>
                      <a:pt x="0" y="199"/>
                      <a:pt x="57" y="256"/>
                      <a:pt x="128" y="256"/>
                    </a:cubicBezTo>
                    <a:cubicBezTo>
                      <a:pt x="199" y="256"/>
                      <a:pt x="256" y="199"/>
                      <a:pt x="256" y="128"/>
                    </a:cubicBezTo>
                    <a:cubicBezTo>
                      <a:pt x="256" y="57"/>
                      <a:pt x="199" y="0"/>
                      <a:pt x="128" y="0"/>
                    </a:cubicBezTo>
                    <a:close/>
                    <a:moveTo>
                      <a:pt x="128" y="244"/>
                    </a:moveTo>
                    <a:cubicBezTo>
                      <a:pt x="64" y="244"/>
                      <a:pt x="12" y="192"/>
                      <a:pt x="12" y="128"/>
                    </a:cubicBezTo>
                    <a:cubicBezTo>
                      <a:pt x="12" y="64"/>
                      <a:pt x="64" y="12"/>
                      <a:pt x="128" y="12"/>
                    </a:cubicBezTo>
                    <a:cubicBezTo>
                      <a:pt x="192" y="12"/>
                      <a:pt x="244" y="64"/>
                      <a:pt x="244" y="128"/>
                    </a:cubicBezTo>
                    <a:cubicBezTo>
                      <a:pt x="244" y="192"/>
                      <a:pt x="192" y="244"/>
                      <a:pt x="128" y="24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0960" tIns="30480" rIns="60960" bIns="3048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4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74" name="Freeform 409">
                <a:extLst>
                  <a:ext uri="{FF2B5EF4-FFF2-40B4-BE49-F238E27FC236}">
                    <a16:creationId xmlns:a16="http://schemas.microsoft.com/office/drawing/2014/main" id="{C19E60CF-B814-BC2D-B9BF-8A436E9203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77038" y="4148138"/>
                <a:ext cx="292100" cy="481013"/>
              </a:xfrm>
              <a:custGeom>
                <a:avLst/>
                <a:gdLst>
                  <a:gd name="T0" fmla="*/ 33 w 184"/>
                  <a:gd name="T1" fmla="*/ 0 h 303"/>
                  <a:gd name="T2" fmla="*/ 0 w 184"/>
                  <a:gd name="T3" fmla="*/ 33 h 303"/>
                  <a:gd name="T4" fmla="*/ 118 w 184"/>
                  <a:gd name="T5" fmla="*/ 152 h 303"/>
                  <a:gd name="T6" fmla="*/ 0 w 184"/>
                  <a:gd name="T7" fmla="*/ 270 h 303"/>
                  <a:gd name="T8" fmla="*/ 33 w 184"/>
                  <a:gd name="T9" fmla="*/ 303 h 303"/>
                  <a:gd name="T10" fmla="*/ 184 w 184"/>
                  <a:gd name="T11" fmla="*/ 152 h 303"/>
                  <a:gd name="T12" fmla="*/ 33 w 184"/>
                  <a:gd name="T13" fmla="*/ 0 h 3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84" h="303">
                    <a:moveTo>
                      <a:pt x="33" y="0"/>
                    </a:moveTo>
                    <a:lnTo>
                      <a:pt x="0" y="33"/>
                    </a:lnTo>
                    <a:lnTo>
                      <a:pt x="118" y="152"/>
                    </a:lnTo>
                    <a:lnTo>
                      <a:pt x="0" y="270"/>
                    </a:lnTo>
                    <a:lnTo>
                      <a:pt x="33" y="303"/>
                    </a:lnTo>
                    <a:lnTo>
                      <a:pt x="184" y="152"/>
                    </a:lnTo>
                    <a:lnTo>
                      <a:pt x="33" y="0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0960" tIns="30480" rIns="60960" bIns="3048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4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77" name="Text Placeholder 8">
              <a:extLst>
                <a:ext uri="{FF2B5EF4-FFF2-40B4-BE49-F238E27FC236}">
                  <a16:creationId xmlns:a16="http://schemas.microsoft.com/office/drawing/2014/main" id="{6BB3C6D4-191C-1677-7BF1-7135EC76F0F2}"/>
                </a:ext>
              </a:extLst>
            </p:cNvPr>
            <p:cNvSpPr txBox="1">
              <a:spLocks/>
            </p:cNvSpPr>
            <p:nvPr/>
          </p:nvSpPr>
          <p:spPr>
            <a:xfrm>
              <a:off x="6098653" y="6008926"/>
              <a:ext cx="5660955" cy="609600"/>
            </a:xfrm>
            <a:prstGeom prst="rect">
              <a:avLst/>
            </a:prstGeom>
          </p:spPr>
          <p:txBody>
            <a:bodyPr anchor="ctr" anchorCtr="0"/>
            <a:lstStyle>
              <a:lvl1pPr marL="342900" indent="-342900" algn="l" defTabSz="1371600" rtl="0" eaLnBrk="1" latinLnBrk="0" hangingPunct="1">
                <a:lnSpc>
                  <a:spcPct val="90000"/>
                </a:lnSpc>
                <a:spcBef>
                  <a:spcPts val="1500"/>
                </a:spcBef>
                <a:buFont typeface="Arial" panose="020B0604020202020204" pitchFamily="34" charset="0"/>
                <a:buChar char="•"/>
                <a:defRPr sz="4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0287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7145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3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4003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0861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7719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44577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51435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8293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>
                <a:buNone/>
                <a:defRPr/>
              </a:pPr>
              <a:r>
                <a:rPr lang="en-US" sz="2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j-lt"/>
                </a:rPr>
                <a:t>Please stay for the full duration if you can.</a:t>
              </a:r>
              <a:endParaRPr kumimoji="0" lang="id-ID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+mj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55702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5ED56F-6A14-2ACE-231E-24FDC9125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38AAC1E-B4FF-E8D1-F15B-F623986DAC66}"/>
              </a:ext>
            </a:extLst>
          </p:cNvPr>
          <p:cNvGrpSpPr/>
          <p:nvPr/>
        </p:nvGrpSpPr>
        <p:grpSpPr>
          <a:xfrm>
            <a:off x="4646120" y="240621"/>
            <a:ext cx="7145387" cy="632530"/>
            <a:chOff x="4646120" y="240621"/>
            <a:chExt cx="7145387" cy="632530"/>
          </a:xfrm>
        </p:grpSpPr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8ACF9CE6-D3AD-074F-C459-36C345C0CD63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646120" y="240621"/>
              <a:ext cx="609600" cy="609600"/>
              <a:chOff x="7680960" y="617220"/>
              <a:chExt cx="1097280" cy="1097280"/>
            </a:xfrm>
          </p:grpSpPr>
          <p:grpSp>
            <p:nvGrpSpPr>
              <p:cNvPr id="46" name="Group 45">
                <a:extLst>
                  <a:ext uri="{FF2B5EF4-FFF2-40B4-BE49-F238E27FC236}">
                    <a16:creationId xmlns:a16="http://schemas.microsoft.com/office/drawing/2014/main" id="{07712ECD-E489-D952-3A9F-579731CE78CC}"/>
                  </a:ext>
                </a:extLst>
              </p:cNvPr>
              <p:cNvGrpSpPr/>
              <p:nvPr/>
            </p:nvGrpSpPr>
            <p:grpSpPr>
              <a:xfrm>
                <a:off x="7680960" y="617220"/>
                <a:ext cx="1097280" cy="1097280"/>
                <a:chOff x="8366760" y="2720340"/>
                <a:chExt cx="1097280" cy="1097280"/>
              </a:xfrm>
            </p:grpSpPr>
            <p:sp>
              <p:nvSpPr>
                <p:cNvPr id="51" name="Oval 50">
                  <a:extLst>
                    <a:ext uri="{FF2B5EF4-FFF2-40B4-BE49-F238E27FC236}">
                      <a16:creationId xmlns:a16="http://schemas.microsoft.com/office/drawing/2014/main" id="{9F3ECC37-AC07-2839-D260-D31EA2AA669B}"/>
                    </a:ext>
                  </a:extLst>
                </p:cNvPr>
                <p:cNvSpPr>
                  <a:spLocks noChangeAspect="1"/>
                </p:cNvSpPr>
                <p:nvPr userDrawn="1"/>
              </p:nvSpPr>
              <p:spPr>
                <a:xfrm>
                  <a:off x="8366760" y="2720340"/>
                  <a:ext cx="1097280" cy="1097280"/>
                </a:xfrm>
                <a:prstGeom prst="ellipse">
                  <a:avLst/>
                </a:prstGeom>
                <a:solidFill>
                  <a:schemeClr val="accent5"/>
                </a:solidFill>
                <a:ln w="1905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4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id-ID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52" name="Oval 51">
                  <a:extLst>
                    <a:ext uri="{FF2B5EF4-FFF2-40B4-BE49-F238E27FC236}">
                      <a16:creationId xmlns:a16="http://schemas.microsoft.com/office/drawing/2014/main" id="{A474CED9-28B1-E3A9-F05D-4860A8B45BDE}"/>
                    </a:ext>
                  </a:extLst>
                </p:cNvPr>
                <p:cNvSpPr>
                  <a:spLocks noChangeAspect="1"/>
                </p:cNvSpPr>
                <p:nvPr userDrawn="1"/>
              </p:nvSpPr>
              <p:spPr>
                <a:xfrm>
                  <a:off x="8412480" y="2766060"/>
                  <a:ext cx="1005840" cy="1005840"/>
                </a:xfrm>
                <a:prstGeom prst="ellipse">
                  <a:avLst/>
                </a:prstGeom>
                <a:solidFill>
                  <a:schemeClr val="accent6"/>
                </a:solidFill>
                <a:ln w="1524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4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id-ID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53" name="Oval 52">
                  <a:extLst>
                    <a:ext uri="{FF2B5EF4-FFF2-40B4-BE49-F238E27FC236}">
                      <a16:creationId xmlns:a16="http://schemas.microsoft.com/office/drawing/2014/main" id="{A913C036-AB8E-4852-545A-482998D9A6D5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8458200" y="2811780"/>
                  <a:ext cx="914400" cy="914400"/>
                </a:xfrm>
                <a:prstGeom prst="ellipse">
                  <a:avLst/>
                </a:prstGeom>
                <a:solidFill>
                  <a:schemeClr val="accent3"/>
                </a:solidFill>
                <a:ln w="1524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4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id-ID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47" name="Group 46">
                <a:extLst>
                  <a:ext uri="{FF2B5EF4-FFF2-40B4-BE49-F238E27FC236}">
                    <a16:creationId xmlns:a16="http://schemas.microsoft.com/office/drawing/2014/main" id="{589E8A71-7CBE-B13A-0FB7-880FBD76DE2A}"/>
                  </a:ext>
                </a:extLst>
              </p:cNvPr>
              <p:cNvGrpSpPr/>
              <p:nvPr userDrawn="1"/>
            </p:nvGrpSpPr>
            <p:grpSpPr>
              <a:xfrm>
                <a:off x="7978775" y="913447"/>
                <a:ext cx="479425" cy="481013"/>
                <a:chOff x="17164051" y="1144588"/>
                <a:chExt cx="479425" cy="481013"/>
              </a:xfrm>
              <a:solidFill>
                <a:schemeClr val="bg1"/>
              </a:solidFill>
            </p:grpSpPr>
            <p:sp>
              <p:nvSpPr>
                <p:cNvPr id="48" name="Freeform 252">
                  <a:extLst>
                    <a:ext uri="{FF2B5EF4-FFF2-40B4-BE49-F238E27FC236}">
                      <a16:creationId xmlns:a16="http://schemas.microsoft.com/office/drawing/2014/main" id="{C9F6AAB2-DC24-1ACA-1ED8-8F56BA8F050B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7164051" y="1144588"/>
                  <a:ext cx="479425" cy="481013"/>
                </a:xfrm>
                <a:custGeom>
                  <a:avLst/>
                  <a:gdLst>
                    <a:gd name="T0" fmla="*/ 124 w 128"/>
                    <a:gd name="T1" fmla="*/ 107 h 128"/>
                    <a:gd name="T2" fmla="*/ 57 w 128"/>
                    <a:gd name="T3" fmla="*/ 40 h 128"/>
                    <a:gd name="T4" fmla="*/ 59 w 128"/>
                    <a:gd name="T5" fmla="*/ 29 h 128"/>
                    <a:gd name="T6" fmla="*/ 29 w 128"/>
                    <a:gd name="T7" fmla="*/ 0 h 128"/>
                    <a:gd name="T8" fmla="*/ 22 w 128"/>
                    <a:gd name="T9" fmla="*/ 1 h 128"/>
                    <a:gd name="T10" fmla="*/ 39 w 128"/>
                    <a:gd name="T11" fmla="*/ 18 h 128"/>
                    <a:gd name="T12" fmla="*/ 34 w 128"/>
                    <a:gd name="T13" fmla="*/ 34 h 128"/>
                    <a:gd name="T14" fmla="*/ 19 w 128"/>
                    <a:gd name="T15" fmla="*/ 39 h 128"/>
                    <a:gd name="T16" fmla="*/ 19 w 128"/>
                    <a:gd name="T17" fmla="*/ 39 h 128"/>
                    <a:gd name="T18" fmla="*/ 1 w 128"/>
                    <a:gd name="T19" fmla="*/ 22 h 128"/>
                    <a:gd name="T20" fmla="*/ 0 w 128"/>
                    <a:gd name="T21" fmla="*/ 29 h 128"/>
                    <a:gd name="T22" fmla="*/ 29 w 128"/>
                    <a:gd name="T23" fmla="*/ 59 h 128"/>
                    <a:gd name="T24" fmla="*/ 40 w 128"/>
                    <a:gd name="T25" fmla="*/ 57 h 128"/>
                    <a:gd name="T26" fmla="*/ 107 w 128"/>
                    <a:gd name="T27" fmla="*/ 124 h 128"/>
                    <a:gd name="T28" fmla="*/ 116 w 128"/>
                    <a:gd name="T29" fmla="*/ 128 h 128"/>
                    <a:gd name="T30" fmla="*/ 128 w 128"/>
                    <a:gd name="T31" fmla="*/ 116 h 128"/>
                    <a:gd name="T32" fmla="*/ 124 w 128"/>
                    <a:gd name="T33" fmla="*/ 107 h 128"/>
                    <a:gd name="T34" fmla="*/ 116 w 128"/>
                    <a:gd name="T35" fmla="*/ 121 h 128"/>
                    <a:gd name="T36" fmla="*/ 111 w 128"/>
                    <a:gd name="T37" fmla="*/ 116 h 128"/>
                    <a:gd name="T38" fmla="*/ 116 w 128"/>
                    <a:gd name="T39" fmla="*/ 111 h 128"/>
                    <a:gd name="T40" fmla="*/ 121 w 128"/>
                    <a:gd name="T41" fmla="*/ 116 h 128"/>
                    <a:gd name="T42" fmla="*/ 116 w 128"/>
                    <a:gd name="T43" fmla="*/ 121 h 1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</a:cxnLst>
                  <a:rect l="0" t="0" r="r" b="b"/>
                  <a:pathLst>
                    <a:path w="128" h="128">
                      <a:moveTo>
                        <a:pt x="124" y="107"/>
                      </a:moveTo>
                      <a:cubicBezTo>
                        <a:pt x="57" y="40"/>
                        <a:pt x="57" y="40"/>
                        <a:pt x="57" y="40"/>
                      </a:cubicBezTo>
                      <a:cubicBezTo>
                        <a:pt x="58" y="36"/>
                        <a:pt x="59" y="33"/>
                        <a:pt x="59" y="29"/>
                      </a:cubicBezTo>
                      <a:cubicBezTo>
                        <a:pt x="59" y="13"/>
                        <a:pt x="46" y="0"/>
                        <a:pt x="29" y="0"/>
                      </a:cubicBezTo>
                      <a:cubicBezTo>
                        <a:pt x="27" y="0"/>
                        <a:pt x="24" y="0"/>
                        <a:pt x="22" y="1"/>
                      </a:cubicBezTo>
                      <a:cubicBezTo>
                        <a:pt x="39" y="18"/>
                        <a:pt x="39" y="18"/>
                        <a:pt x="39" y="18"/>
                      </a:cubicBezTo>
                      <a:cubicBezTo>
                        <a:pt x="42" y="21"/>
                        <a:pt x="40" y="28"/>
                        <a:pt x="34" y="34"/>
                      </a:cubicBezTo>
                      <a:cubicBezTo>
                        <a:pt x="28" y="40"/>
                        <a:pt x="21" y="42"/>
                        <a:pt x="19" y="39"/>
                      </a:cubicBezTo>
                      <a:cubicBezTo>
                        <a:pt x="19" y="39"/>
                        <a:pt x="19" y="39"/>
                        <a:pt x="19" y="39"/>
                      </a:cubicBezTo>
                      <a:cubicBezTo>
                        <a:pt x="1" y="22"/>
                        <a:pt x="1" y="22"/>
                        <a:pt x="1" y="22"/>
                      </a:cubicBezTo>
                      <a:cubicBezTo>
                        <a:pt x="0" y="24"/>
                        <a:pt x="0" y="27"/>
                        <a:pt x="0" y="29"/>
                      </a:cubicBezTo>
                      <a:cubicBezTo>
                        <a:pt x="0" y="46"/>
                        <a:pt x="13" y="59"/>
                        <a:pt x="29" y="59"/>
                      </a:cubicBezTo>
                      <a:cubicBezTo>
                        <a:pt x="33" y="59"/>
                        <a:pt x="36" y="58"/>
                        <a:pt x="40" y="57"/>
                      </a:cubicBezTo>
                      <a:cubicBezTo>
                        <a:pt x="107" y="124"/>
                        <a:pt x="107" y="124"/>
                        <a:pt x="107" y="124"/>
                      </a:cubicBezTo>
                      <a:cubicBezTo>
                        <a:pt x="109" y="127"/>
                        <a:pt x="112" y="128"/>
                        <a:pt x="116" y="128"/>
                      </a:cubicBezTo>
                      <a:cubicBezTo>
                        <a:pt x="122" y="128"/>
                        <a:pt x="128" y="122"/>
                        <a:pt x="128" y="116"/>
                      </a:cubicBezTo>
                      <a:cubicBezTo>
                        <a:pt x="128" y="112"/>
                        <a:pt x="127" y="109"/>
                        <a:pt x="124" y="107"/>
                      </a:cubicBezTo>
                      <a:close/>
                      <a:moveTo>
                        <a:pt x="116" y="121"/>
                      </a:moveTo>
                      <a:cubicBezTo>
                        <a:pt x="113" y="121"/>
                        <a:pt x="111" y="118"/>
                        <a:pt x="111" y="116"/>
                      </a:cubicBezTo>
                      <a:cubicBezTo>
                        <a:pt x="111" y="113"/>
                        <a:pt x="113" y="111"/>
                        <a:pt x="116" y="111"/>
                      </a:cubicBezTo>
                      <a:cubicBezTo>
                        <a:pt x="118" y="111"/>
                        <a:pt x="121" y="113"/>
                        <a:pt x="121" y="116"/>
                      </a:cubicBezTo>
                      <a:cubicBezTo>
                        <a:pt x="121" y="118"/>
                        <a:pt x="118" y="121"/>
                        <a:pt x="116" y="12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60960" tIns="30480" rIns="60960" bIns="3048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4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id-ID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49" name="Freeform 253">
                  <a:extLst>
                    <a:ext uri="{FF2B5EF4-FFF2-40B4-BE49-F238E27FC236}">
                      <a16:creationId xmlns:a16="http://schemas.microsoft.com/office/drawing/2014/main" id="{F93917AA-2541-1DE6-645F-DD2F2D234CB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433926" y="1144588"/>
                  <a:ext cx="209550" cy="211138"/>
                </a:xfrm>
                <a:custGeom>
                  <a:avLst/>
                  <a:gdLst>
                    <a:gd name="T0" fmla="*/ 30 w 56"/>
                    <a:gd name="T1" fmla="*/ 15 h 56"/>
                    <a:gd name="T2" fmla="*/ 34 w 56"/>
                    <a:gd name="T3" fmla="*/ 19 h 56"/>
                    <a:gd name="T4" fmla="*/ 8 w 56"/>
                    <a:gd name="T5" fmla="*/ 44 h 56"/>
                    <a:gd name="T6" fmla="*/ 12 w 56"/>
                    <a:gd name="T7" fmla="*/ 48 h 56"/>
                    <a:gd name="T8" fmla="*/ 37 w 56"/>
                    <a:gd name="T9" fmla="*/ 23 h 56"/>
                    <a:gd name="T10" fmla="*/ 41 w 56"/>
                    <a:gd name="T11" fmla="*/ 26 h 56"/>
                    <a:gd name="T12" fmla="*/ 16 w 56"/>
                    <a:gd name="T13" fmla="*/ 52 h 56"/>
                    <a:gd name="T14" fmla="*/ 20 w 56"/>
                    <a:gd name="T15" fmla="*/ 56 h 56"/>
                    <a:gd name="T16" fmla="*/ 52 w 56"/>
                    <a:gd name="T17" fmla="*/ 25 h 56"/>
                    <a:gd name="T18" fmla="*/ 52 w 56"/>
                    <a:gd name="T19" fmla="*/ 25 h 56"/>
                    <a:gd name="T20" fmla="*/ 56 w 56"/>
                    <a:gd name="T21" fmla="*/ 15 h 56"/>
                    <a:gd name="T22" fmla="*/ 41 w 56"/>
                    <a:gd name="T23" fmla="*/ 0 h 56"/>
                    <a:gd name="T24" fmla="*/ 31 w 56"/>
                    <a:gd name="T25" fmla="*/ 4 h 56"/>
                    <a:gd name="T26" fmla="*/ 0 w 56"/>
                    <a:gd name="T27" fmla="*/ 36 h 56"/>
                    <a:gd name="T28" fmla="*/ 4 w 56"/>
                    <a:gd name="T29" fmla="*/ 40 h 56"/>
                    <a:gd name="T30" fmla="*/ 30 w 56"/>
                    <a:gd name="T31" fmla="*/ 15 h 5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</a:cxnLst>
                  <a:rect l="0" t="0" r="r" b="b"/>
                  <a:pathLst>
                    <a:path w="56" h="56">
                      <a:moveTo>
                        <a:pt x="30" y="15"/>
                      </a:moveTo>
                      <a:cubicBezTo>
                        <a:pt x="34" y="19"/>
                        <a:pt x="34" y="19"/>
                        <a:pt x="34" y="19"/>
                      </a:cubicBezTo>
                      <a:cubicBezTo>
                        <a:pt x="8" y="44"/>
                        <a:pt x="8" y="44"/>
                        <a:pt x="8" y="44"/>
                      </a:cubicBezTo>
                      <a:cubicBezTo>
                        <a:pt x="12" y="48"/>
                        <a:pt x="12" y="48"/>
                        <a:pt x="12" y="48"/>
                      </a:cubicBezTo>
                      <a:cubicBezTo>
                        <a:pt x="37" y="23"/>
                        <a:pt x="37" y="23"/>
                        <a:pt x="37" y="23"/>
                      </a:cubicBezTo>
                      <a:cubicBezTo>
                        <a:pt x="41" y="26"/>
                        <a:pt x="41" y="26"/>
                        <a:pt x="41" y="26"/>
                      </a:cubicBezTo>
                      <a:cubicBezTo>
                        <a:pt x="16" y="52"/>
                        <a:pt x="16" y="52"/>
                        <a:pt x="16" y="52"/>
                      </a:cubicBezTo>
                      <a:cubicBezTo>
                        <a:pt x="20" y="56"/>
                        <a:pt x="20" y="56"/>
                        <a:pt x="20" y="56"/>
                      </a:cubicBezTo>
                      <a:cubicBezTo>
                        <a:pt x="52" y="25"/>
                        <a:pt x="52" y="25"/>
                        <a:pt x="52" y="25"/>
                      </a:cubicBezTo>
                      <a:cubicBezTo>
                        <a:pt x="52" y="25"/>
                        <a:pt x="52" y="25"/>
                        <a:pt x="52" y="25"/>
                      </a:cubicBezTo>
                      <a:cubicBezTo>
                        <a:pt x="54" y="22"/>
                        <a:pt x="56" y="19"/>
                        <a:pt x="56" y="15"/>
                      </a:cubicBezTo>
                      <a:cubicBezTo>
                        <a:pt x="56" y="7"/>
                        <a:pt x="49" y="0"/>
                        <a:pt x="41" y="0"/>
                      </a:cubicBezTo>
                      <a:cubicBezTo>
                        <a:pt x="37" y="0"/>
                        <a:pt x="34" y="2"/>
                        <a:pt x="31" y="4"/>
                      </a:cubicBezTo>
                      <a:cubicBezTo>
                        <a:pt x="0" y="36"/>
                        <a:pt x="0" y="36"/>
                        <a:pt x="0" y="36"/>
                      </a:cubicBezTo>
                      <a:cubicBezTo>
                        <a:pt x="4" y="40"/>
                        <a:pt x="4" y="40"/>
                        <a:pt x="4" y="40"/>
                      </a:cubicBezTo>
                      <a:lnTo>
                        <a:pt x="30" y="15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60960" tIns="30480" rIns="60960" bIns="3048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4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id-ID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50" name="Freeform 254">
                  <a:extLst>
                    <a:ext uri="{FF2B5EF4-FFF2-40B4-BE49-F238E27FC236}">
                      <a16:creationId xmlns:a16="http://schemas.microsoft.com/office/drawing/2014/main" id="{2D305311-C81E-95F6-4244-B27C4969DFB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164051" y="1438275"/>
                  <a:ext cx="182563" cy="187325"/>
                </a:xfrm>
                <a:custGeom>
                  <a:avLst/>
                  <a:gdLst>
                    <a:gd name="T0" fmla="*/ 42 w 115"/>
                    <a:gd name="T1" fmla="*/ 59 h 118"/>
                    <a:gd name="T2" fmla="*/ 26 w 115"/>
                    <a:gd name="T3" fmla="*/ 59 h 118"/>
                    <a:gd name="T4" fmla="*/ 0 w 115"/>
                    <a:gd name="T5" fmla="*/ 101 h 118"/>
                    <a:gd name="T6" fmla="*/ 16 w 115"/>
                    <a:gd name="T7" fmla="*/ 118 h 118"/>
                    <a:gd name="T8" fmla="*/ 16 w 115"/>
                    <a:gd name="T9" fmla="*/ 118 h 118"/>
                    <a:gd name="T10" fmla="*/ 16 w 115"/>
                    <a:gd name="T11" fmla="*/ 118 h 118"/>
                    <a:gd name="T12" fmla="*/ 59 w 115"/>
                    <a:gd name="T13" fmla="*/ 92 h 118"/>
                    <a:gd name="T14" fmla="*/ 61 w 115"/>
                    <a:gd name="T15" fmla="*/ 73 h 118"/>
                    <a:gd name="T16" fmla="*/ 115 w 115"/>
                    <a:gd name="T17" fmla="*/ 16 h 118"/>
                    <a:gd name="T18" fmla="*/ 101 w 115"/>
                    <a:gd name="T19" fmla="*/ 0 h 118"/>
                    <a:gd name="T20" fmla="*/ 42 w 115"/>
                    <a:gd name="T21" fmla="*/ 59 h 1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115" h="118">
                      <a:moveTo>
                        <a:pt x="42" y="59"/>
                      </a:moveTo>
                      <a:lnTo>
                        <a:pt x="26" y="59"/>
                      </a:lnTo>
                      <a:lnTo>
                        <a:pt x="0" y="101"/>
                      </a:lnTo>
                      <a:lnTo>
                        <a:pt x="16" y="118"/>
                      </a:lnTo>
                      <a:lnTo>
                        <a:pt x="16" y="118"/>
                      </a:lnTo>
                      <a:lnTo>
                        <a:pt x="16" y="118"/>
                      </a:lnTo>
                      <a:lnTo>
                        <a:pt x="59" y="92"/>
                      </a:lnTo>
                      <a:lnTo>
                        <a:pt x="61" y="73"/>
                      </a:lnTo>
                      <a:lnTo>
                        <a:pt x="115" y="16"/>
                      </a:lnTo>
                      <a:lnTo>
                        <a:pt x="101" y="0"/>
                      </a:lnTo>
                      <a:lnTo>
                        <a:pt x="42" y="59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60960" tIns="30480" rIns="60960" bIns="3048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4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id-ID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</p:grpSp>
        <p:sp>
          <p:nvSpPr>
            <p:cNvPr id="79" name="Text Placeholder 8">
              <a:extLst>
                <a:ext uri="{FF2B5EF4-FFF2-40B4-BE49-F238E27FC236}">
                  <a16:creationId xmlns:a16="http://schemas.microsoft.com/office/drawing/2014/main" id="{89B9A85A-2D48-8775-0562-38783CA7FD21}"/>
                </a:ext>
              </a:extLst>
            </p:cNvPr>
            <p:cNvSpPr txBox="1">
              <a:spLocks/>
            </p:cNvSpPr>
            <p:nvPr/>
          </p:nvSpPr>
          <p:spPr>
            <a:xfrm>
              <a:off x="5370373" y="263551"/>
              <a:ext cx="6421134" cy="609600"/>
            </a:xfrm>
            <a:prstGeom prst="rect">
              <a:avLst/>
            </a:prstGeom>
          </p:spPr>
          <p:txBody>
            <a:bodyPr anchor="ctr" anchorCtr="0"/>
            <a:lstStyle>
              <a:lvl1pPr marL="342900" indent="-342900" algn="l" defTabSz="1371600" rtl="0" eaLnBrk="1" latinLnBrk="0" hangingPunct="1">
                <a:lnSpc>
                  <a:spcPct val="90000"/>
                </a:lnSpc>
                <a:spcBef>
                  <a:spcPts val="1500"/>
                </a:spcBef>
                <a:buFont typeface="Arial" panose="020B0604020202020204" pitchFamily="34" charset="0"/>
                <a:buChar char="•"/>
                <a:defRPr sz="4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0287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7145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3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4003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0861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7719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44577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51435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8293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>
                <a:buNone/>
                <a:defRPr/>
              </a:pPr>
              <a:r>
                <a:rPr lang="de-CH" sz="3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j-lt"/>
                </a:rPr>
                <a:t>T</a:t>
              </a:r>
              <a:r>
                <a:rPr lang="en-US" sz="3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j-lt"/>
                </a:rPr>
                <a:t>hank You Sponsors</a:t>
              </a:r>
              <a:endParaRPr lang="id-ID" sz="3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endParaRPr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5E6A412C-1B1A-3580-F65B-C83D635B4C1D}"/>
              </a:ext>
            </a:extLst>
          </p:cNvPr>
          <p:cNvSpPr/>
          <p:nvPr/>
        </p:nvSpPr>
        <p:spPr>
          <a:xfrm>
            <a:off x="5606473" y="6528823"/>
            <a:ext cx="1237673" cy="3338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CH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F71A604C-2F04-FCED-81D6-3185F2F0C791}"/>
              </a:ext>
            </a:extLst>
          </p:cNvPr>
          <p:cNvSpPr txBox="1">
            <a:spLocks/>
          </p:cNvSpPr>
          <p:nvPr/>
        </p:nvSpPr>
        <p:spPr>
          <a:xfrm>
            <a:off x="6176024" y="4827769"/>
            <a:ext cx="3376819" cy="609600"/>
          </a:xfrm>
          <a:prstGeom prst="rect">
            <a:avLst/>
          </a:prstGeom>
        </p:spPr>
        <p:txBody>
          <a:bodyPr anchor="ctr" anchorCtr="0"/>
          <a:lstStyle>
            <a:lvl1pPr marL="342900" indent="-342900" algn="l" defTabSz="1371600" rtl="0" eaLnBrk="1" latinLnBrk="0" hangingPunct="1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Char char="•"/>
              <a:defRPr sz="4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28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14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00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861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7719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457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143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829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371600" rtl="0" eaLnBrk="1" fontAlgn="auto" latinLnBrk="0" hangingPunct="1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id-ID" sz="2133" b="1" i="0" u="none" strike="noStrike" kern="1200" cap="none" spc="0" normalizeH="0" baseline="0" noProof="0" dirty="0">
              <a:ln>
                <a:noFill/>
              </a:ln>
              <a:solidFill>
                <a:srgbClr val="0065B0"/>
              </a:solidFill>
              <a:effectLst/>
              <a:uLnTx/>
              <a:uFillTx/>
              <a:latin typeface="Raleway"/>
              <a:ea typeface="+mn-ea"/>
              <a:cs typeface="+mn-cs"/>
            </a:endParaRPr>
          </a:p>
        </p:txBody>
      </p:sp>
      <p:pic>
        <p:nvPicPr>
          <p:cNvPr id="7" name="Picture 6" descr="The image showcases a thank you message for sponsors, featuring various sponsor logos such as Diamond, Microsoft, XtremeLabs, and TechSmith.&#10;&#10;AI-generated content may be incorrect.">
            <a:extLst>
              <a:ext uri="{FF2B5EF4-FFF2-40B4-BE49-F238E27FC236}">
                <a16:creationId xmlns:a16="http://schemas.microsoft.com/office/drawing/2014/main" id="{3D78E7A5-8D0E-39C8-9C9E-08EC70BF3D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6726" y="1091600"/>
            <a:ext cx="9694335" cy="5419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8884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D24EF9-AD11-294A-07D4-C227FBA40B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ext Placeholder 8">
            <a:extLst>
              <a:ext uri="{FF2B5EF4-FFF2-40B4-BE49-F238E27FC236}">
                <a16:creationId xmlns:a16="http://schemas.microsoft.com/office/drawing/2014/main" id="{084FD359-C9B1-362C-E1F4-E7F4F1AEE4A7}"/>
              </a:ext>
            </a:extLst>
          </p:cNvPr>
          <p:cNvSpPr txBox="1">
            <a:spLocks/>
          </p:cNvSpPr>
          <p:nvPr/>
        </p:nvSpPr>
        <p:spPr>
          <a:xfrm>
            <a:off x="4899663" y="2791344"/>
            <a:ext cx="5519217" cy="609600"/>
          </a:xfrm>
          <a:prstGeom prst="rect">
            <a:avLst/>
          </a:prstGeom>
        </p:spPr>
        <p:txBody>
          <a:bodyPr anchor="ctr" anchorCtr="0"/>
          <a:lstStyle>
            <a:lvl1pPr marL="342900" indent="-342900" algn="l" defTabSz="1371600" rtl="0" eaLnBrk="1" latinLnBrk="0" hangingPunct="1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Char char="•"/>
              <a:defRPr sz="4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28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14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00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861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7719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457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143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829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371600" rtl="0" eaLnBrk="1" fontAlgn="auto" latinLnBrk="0" hangingPunct="1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4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+mj-lt"/>
                <a:cs typeface="Times New Roman" panose="02020603050405020304" pitchFamily="18" charset="0"/>
              </a:rPr>
              <a:t>MANAGE</a:t>
            </a:r>
            <a:r>
              <a:rPr lang="en-IN" sz="4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cs typeface="Times New Roman" panose="02020603050405020304" pitchFamily="18" charset="0"/>
              </a:rPr>
              <a:t> AZURE WITH KUBERNETES – ASO OR CROSSPLANE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942B60-9D89-BC58-27CB-D2EB327F2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5130" y="3124200"/>
            <a:ext cx="3657600" cy="609600"/>
          </a:xfrm>
        </p:spPr>
        <p:txBody>
          <a:bodyPr>
            <a:normAutofit/>
          </a:bodyPr>
          <a:lstStyle/>
          <a:p>
            <a:r>
              <a:rPr lang="en-US" dirty="0"/>
              <a:t>TOPIC</a:t>
            </a:r>
            <a:endParaRPr lang="id-ID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1DE3951-E40E-F98C-6D2D-8AF714078DA1}"/>
              </a:ext>
            </a:extLst>
          </p:cNvPr>
          <p:cNvSpPr/>
          <p:nvPr/>
        </p:nvSpPr>
        <p:spPr>
          <a:xfrm>
            <a:off x="5606473" y="6528823"/>
            <a:ext cx="1237673" cy="3338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CH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4199741C-DB99-6D81-5439-C2327471270B}"/>
              </a:ext>
            </a:extLst>
          </p:cNvPr>
          <p:cNvSpPr txBox="1">
            <a:spLocks/>
          </p:cNvSpPr>
          <p:nvPr/>
        </p:nvSpPr>
        <p:spPr>
          <a:xfrm>
            <a:off x="6176024" y="4827769"/>
            <a:ext cx="3376819" cy="609600"/>
          </a:xfrm>
          <a:prstGeom prst="rect">
            <a:avLst/>
          </a:prstGeom>
        </p:spPr>
        <p:txBody>
          <a:bodyPr anchor="ctr" anchorCtr="0"/>
          <a:lstStyle>
            <a:lvl1pPr marL="342900" indent="-342900" algn="l" defTabSz="1371600" rtl="0" eaLnBrk="1" latinLnBrk="0" hangingPunct="1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Char char="•"/>
              <a:defRPr sz="4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28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14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00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861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7719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457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143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829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371600" rtl="0" eaLnBrk="1" fontAlgn="auto" latinLnBrk="0" hangingPunct="1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id-ID" sz="2133" b="1" i="0" u="none" strike="noStrike" kern="1200" cap="none" spc="0" normalizeH="0" baseline="0" noProof="0" dirty="0">
              <a:ln>
                <a:noFill/>
              </a:ln>
              <a:solidFill>
                <a:srgbClr val="0065B0"/>
              </a:solidFill>
              <a:effectLst/>
              <a:uLnTx/>
              <a:uFillTx/>
              <a:latin typeface="Raleway"/>
              <a:ea typeface="+mn-ea"/>
              <a:cs typeface="+mn-cs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6B0993F-BC86-7ED5-3ADC-C120864B9DAC}"/>
              </a:ext>
            </a:extLst>
          </p:cNvPr>
          <p:cNvGrpSpPr>
            <a:grpSpLocks noChangeAspect="1"/>
          </p:cNvGrpSpPr>
          <p:nvPr/>
        </p:nvGrpSpPr>
        <p:grpSpPr>
          <a:xfrm>
            <a:off x="1029899" y="3096144"/>
            <a:ext cx="609600" cy="609600"/>
            <a:chOff x="7680960" y="617220"/>
            <a:chExt cx="1097280" cy="1097280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AD176693-5080-1FE2-F1BA-A3EC929CA326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680960" y="617220"/>
              <a:ext cx="1097280" cy="1097280"/>
            </a:xfrm>
            <a:prstGeom prst="ellipse">
              <a:avLst/>
            </a:prstGeom>
            <a:solidFill>
              <a:schemeClr val="accent5"/>
            </a:solidFill>
            <a:ln w="1905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4579476E-E906-65BE-7E4C-FFB7E558EBC7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26680" y="662940"/>
              <a:ext cx="1005840" cy="1005840"/>
            </a:xfrm>
            <a:prstGeom prst="ellipse">
              <a:avLst/>
            </a:prstGeom>
            <a:solidFill>
              <a:schemeClr val="accent6"/>
            </a:solidFill>
            <a:ln w="152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D6BF7B72-E3C7-7FF9-3F96-FC6E1DAA3E2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772400" y="708660"/>
              <a:ext cx="914400" cy="914400"/>
            </a:xfrm>
            <a:prstGeom prst="ellipse">
              <a:avLst/>
            </a:prstGeom>
            <a:solidFill>
              <a:srgbClr val="0070C0"/>
            </a:solidFill>
            <a:ln w="152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C1A010A7-B775-D4AF-3F4A-569FB90024BC}"/>
                </a:ext>
              </a:extLst>
            </p:cNvPr>
            <p:cNvGrpSpPr/>
            <p:nvPr/>
          </p:nvGrpSpPr>
          <p:grpSpPr>
            <a:xfrm>
              <a:off x="8001000" y="961390"/>
              <a:ext cx="479425" cy="387350"/>
              <a:chOff x="12571045" y="6997956"/>
              <a:chExt cx="479425" cy="387350"/>
            </a:xfrm>
            <a:solidFill>
              <a:schemeClr val="bg1"/>
            </a:solidFill>
          </p:grpSpPr>
          <p:sp>
            <p:nvSpPr>
              <p:cNvPr id="25" name="Freeform 224">
                <a:extLst>
                  <a:ext uri="{FF2B5EF4-FFF2-40B4-BE49-F238E27FC236}">
                    <a16:creationId xmlns:a16="http://schemas.microsoft.com/office/drawing/2014/main" id="{19121495-C5E9-DA78-73F5-F0F9645339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717095" y="6997956"/>
                <a:ext cx="187325" cy="71438"/>
              </a:xfrm>
              <a:custGeom>
                <a:avLst/>
                <a:gdLst>
                  <a:gd name="T0" fmla="*/ 10 w 50"/>
                  <a:gd name="T1" fmla="*/ 10 h 19"/>
                  <a:gd name="T2" fmla="*/ 40 w 50"/>
                  <a:gd name="T3" fmla="*/ 10 h 19"/>
                  <a:gd name="T4" fmla="*/ 40 w 50"/>
                  <a:gd name="T5" fmla="*/ 19 h 19"/>
                  <a:gd name="T6" fmla="*/ 50 w 50"/>
                  <a:gd name="T7" fmla="*/ 19 h 19"/>
                  <a:gd name="T8" fmla="*/ 50 w 50"/>
                  <a:gd name="T9" fmla="*/ 10 h 19"/>
                  <a:gd name="T10" fmla="*/ 40 w 50"/>
                  <a:gd name="T11" fmla="*/ 0 h 19"/>
                  <a:gd name="T12" fmla="*/ 10 w 50"/>
                  <a:gd name="T13" fmla="*/ 0 h 19"/>
                  <a:gd name="T14" fmla="*/ 0 w 50"/>
                  <a:gd name="T15" fmla="*/ 10 h 19"/>
                  <a:gd name="T16" fmla="*/ 0 w 50"/>
                  <a:gd name="T17" fmla="*/ 19 h 19"/>
                  <a:gd name="T18" fmla="*/ 10 w 50"/>
                  <a:gd name="T19" fmla="*/ 19 h 19"/>
                  <a:gd name="T20" fmla="*/ 10 w 50"/>
                  <a:gd name="T21" fmla="*/ 10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50" h="19">
                    <a:moveTo>
                      <a:pt x="10" y="10"/>
                    </a:moveTo>
                    <a:cubicBezTo>
                      <a:pt x="40" y="10"/>
                      <a:pt x="40" y="10"/>
                      <a:pt x="40" y="10"/>
                    </a:cubicBezTo>
                    <a:cubicBezTo>
                      <a:pt x="40" y="19"/>
                      <a:pt x="40" y="19"/>
                      <a:pt x="40" y="19"/>
                    </a:cubicBezTo>
                    <a:cubicBezTo>
                      <a:pt x="50" y="19"/>
                      <a:pt x="50" y="19"/>
                      <a:pt x="50" y="19"/>
                    </a:cubicBezTo>
                    <a:cubicBezTo>
                      <a:pt x="50" y="10"/>
                      <a:pt x="50" y="10"/>
                      <a:pt x="50" y="10"/>
                    </a:cubicBezTo>
                    <a:cubicBezTo>
                      <a:pt x="50" y="4"/>
                      <a:pt x="45" y="0"/>
                      <a:pt x="40" y="0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5" y="0"/>
                      <a:pt x="0" y="4"/>
                      <a:pt x="0" y="10"/>
                    </a:cubicBezTo>
                    <a:cubicBezTo>
                      <a:pt x="0" y="19"/>
                      <a:pt x="0" y="19"/>
                      <a:pt x="0" y="19"/>
                    </a:cubicBezTo>
                    <a:cubicBezTo>
                      <a:pt x="10" y="19"/>
                      <a:pt x="10" y="19"/>
                      <a:pt x="10" y="19"/>
                    </a:cubicBezTo>
                    <a:lnTo>
                      <a:pt x="10" y="1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0960" tIns="30480" rIns="60960" bIns="3048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4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6" name="Freeform 225">
                <a:extLst>
                  <a:ext uri="{FF2B5EF4-FFF2-40B4-BE49-F238E27FC236}">
                    <a16:creationId xmlns:a16="http://schemas.microsoft.com/office/drawing/2014/main" id="{D89F26F4-1EB0-87E2-CC5F-BE2A1B7616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571045" y="7091618"/>
                <a:ext cx="479425" cy="293688"/>
              </a:xfrm>
              <a:custGeom>
                <a:avLst/>
                <a:gdLst>
                  <a:gd name="T0" fmla="*/ 118 w 128"/>
                  <a:gd name="T1" fmla="*/ 0 h 78"/>
                  <a:gd name="T2" fmla="*/ 10 w 128"/>
                  <a:gd name="T3" fmla="*/ 0 h 78"/>
                  <a:gd name="T4" fmla="*/ 0 w 128"/>
                  <a:gd name="T5" fmla="*/ 9 h 78"/>
                  <a:gd name="T6" fmla="*/ 0 w 128"/>
                  <a:gd name="T7" fmla="*/ 68 h 78"/>
                  <a:gd name="T8" fmla="*/ 10 w 128"/>
                  <a:gd name="T9" fmla="*/ 78 h 78"/>
                  <a:gd name="T10" fmla="*/ 118 w 128"/>
                  <a:gd name="T11" fmla="*/ 78 h 78"/>
                  <a:gd name="T12" fmla="*/ 128 w 128"/>
                  <a:gd name="T13" fmla="*/ 68 h 78"/>
                  <a:gd name="T14" fmla="*/ 128 w 128"/>
                  <a:gd name="T15" fmla="*/ 9 h 78"/>
                  <a:gd name="T16" fmla="*/ 118 w 128"/>
                  <a:gd name="T17" fmla="*/ 0 h 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8" h="78">
                    <a:moveTo>
                      <a:pt x="118" y="0"/>
                    </a:moveTo>
                    <a:cubicBezTo>
                      <a:pt x="10" y="0"/>
                      <a:pt x="10" y="0"/>
                      <a:pt x="10" y="0"/>
                    </a:cubicBezTo>
                    <a:cubicBezTo>
                      <a:pt x="4" y="0"/>
                      <a:pt x="0" y="4"/>
                      <a:pt x="0" y="9"/>
                    </a:cubicBezTo>
                    <a:cubicBezTo>
                      <a:pt x="0" y="68"/>
                      <a:pt x="0" y="68"/>
                      <a:pt x="0" y="68"/>
                    </a:cubicBezTo>
                    <a:cubicBezTo>
                      <a:pt x="0" y="74"/>
                      <a:pt x="4" y="78"/>
                      <a:pt x="10" y="78"/>
                    </a:cubicBezTo>
                    <a:cubicBezTo>
                      <a:pt x="118" y="78"/>
                      <a:pt x="118" y="78"/>
                      <a:pt x="118" y="78"/>
                    </a:cubicBezTo>
                    <a:cubicBezTo>
                      <a:pt x="124" y="78"/>
                      <a:pt x="128" y="74"/>
                      <a:pt x="128" y="68"/>
                    </a:cubicBezTo>
                    <a:cubicBezTo>
                      <a:pt x="128" y="9"/>
                      <a:pt x="128" y="9"/>
                      <a:pt x="128" y="9"/>
                    </a:cubicBezTo>
                    <a:cubicBezTo>
                      <a:pt x="128" y="4"/>
                      <a:pt x="124" y="0"/>
                      <a:pt x="118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0960" tIns="30480" rIns="60960" bIns="3048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4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7AE391EE-BFCD-B88F-EED3-204DF759D594}"/>
              </a:ext>
            </a:extLst>
          </p:cNvPr>
          <p:cNvSpPr txBox="1">
            <a:spLocks/>
          </p:cNvSpPr>
          <p:nvPr/>
        </p:nvSpPr>
        <p:spPr>
          <a:xfrm>
            <a:off x="5712799" y="5582165"/>
            <a:ext cx="6167801" cy="801861"/>
          </a:xfrm>
          <a:prstGeom prst="rect">
            <a:avLst/>
          </a:prstGeom>
        </p:spPr>
        <p:txBody>
          <a:bodyPr anchor="ctr" anchorCtr="0"/>
          <a:lstStyle>
            <a:lvl1pPr marL="342900" indent="-342900" algn="l" defTabSz="1371600" rtl="0" eaLnBrk="1" latinLnBrk="0" hangingPunct="1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Char char="•"/>
              <a:defRPr sz="4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28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14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00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861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7719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457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143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829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buNone/>
              <a:defRPr/>
            </a:pPr>
            <a:r>
              <a:rPr lang="en-GB" sz="2000" b="1" dirty="0">
                <a:solidFill>
                  <a:srgbClr val="0070C0"/>
                </a:solidFill>
                <a:latin typeface="+mj-lt"/>
              </a:rPr>
              <a:t>Universal Cloud Control Plane</a:t>
            </a:r>
            <a:endParaRPr kumimoji="0" lang="id-ID" sz="20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283863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" grpId="0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13A009-0374-FB8E-8F0E-5B20A47D97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FF125-A1F7-2610-9F9E-4A1C727704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0009" y="3114576"/>
            <a:ext cx="3657600" cy="609600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CONTENT</a:t>
            </a:r>
            <a:endParaRPr lang="id-ID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361CA09-0A5C-D1EC-6B38-252D1C125FF4}"/>
              </a:ext>
            </a:extLst>
          </p:cNvPr>
          <p:cNvSpPr/>
          <p:nvPr/>
        </p:nvSpPr>
        <p:spPr>
          <a:xfrm>
            <a:off x="5606473" y="6528823"/>
            <a:ext cx="1237673" cy="3338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CH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5B326BE3-27DC-1C86-E27E-0E010DC39517}"/>
              </a:ext>
            </a:extLst>
          </p:cNvPr>
          <p:cNvSpPr txBox="1">
            <a:spLocks/>
          </p:cNvSpPr>
          <p:nvPr/>
        </p:nvSpPr>
        <p:spPr>
          <a:xfrm>
            <a:off x="6176024" y="4827769"/>
            <a:ext cx="3376819" cy="609600"/>
          </a:xfrm>
          <a:prstGeom prst="rect">
            <a:avLst/>
          </a:prstGeom>
        </p:spPr>
        <p:txBody>
          <a:bodyPr anchor="ctr" anchorCtr="0"/>
          <a:lstStyle>
            <a:lvl1pPr marL="342900" indent="-342900" algn="l" defTabSz="1371600" rtl="0" eaLnBrk="1" latinLnBrk="0" hangingPunct="1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Char char="•"/>
              <a:defRPr sz="4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28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14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00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861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7719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457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143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829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371600" rtl="0" eaLnBrk="1" fontAlgn="auto" latinLnBrk="0" hangingPunct="1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id-ID" sz="2133" b="1" i="0" u="none" strike="noStrike" kern="1200" cap="none" spc="0" normalizeH="0" baseline="0" noProof="0" dirty="0">
              <a:ln>
                <a:noFill/>
              </a:ln>
              <a:solidFill>
                <a:srgbClr val="0065B0"/>
              </a:solidFill>
              <a:effectLst/>
              <a:uLnTx/>
              <a:uFillTx/>
              <a:latin typeface="Raleway"/>
              <a:ea typeface="+mn-ea"/>
              <a:cs typeface="+mn-cs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A3630E8-967B-76A5-60B9-B96D0E3D9052}"/>
              </a:ext>
            </a:extLst>
          </p:cNvPr>
          <p:cNvGrpSpPr>
            <a:grpSpLocks noChangeAspect="1"/>
          </p:cNvGrpSpPr>
          <p:nvPr/>
        </p:nvGrpSpPr>
        <p:grpSpPr>
          <a:xfrm>
            <a:off x="638491" y="3064253"/>
            <a:ext cx="609600" cy="609600"/>
            <a:chOff x="7680960" y="617220"/>
            <a:chExt cx="1097280" cy="1097280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512D728B-7E66-785C-36A5-E41B77721EC8}"/>
                </a:ext>
              </a:extLst>
            </p:cNvPr>
            <p:cNvGrpSpPr/>
            <p:nvPr/>
          </p:nvGrpSpPr>
          <p:grpSpPr>
            <a:xfrm>
              <a:off x="7680960" y="617220"/>
              <a:ext cx="1097280" cy="1097280"/>
              <a:chOff x="8366760" y="2720340"/>
              <a:chExt cx="1097280" cy="1097280"/>
            </a:xfrm>
          </p:grpSpPr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E8E9788A-7EBF-DD9E-D279-72A731328548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>
                <a:off x="8366760" y="2720340"/>
                <a:ext cx="1097280" cy="1097280"/>
              </a:xfrm>
              <a:prstGeom prst="ellipse">
                <a:avLst/>
              </a:prstGeom>
              <a:solidFill>
                <a:schemeClr val="accent5"/>
              </a:solidFill>
              <a:ln w="1905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4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02BFF050-B38C-50AF-3F8D-1988AFF2AC56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>
                <a:off x="8412480" y="2766060"/>
                <a:ext cx="1005840" cy="1005840"/>
              </a:xfrm>
              <a:prstGeom prst="ellipse">
                <a:avLst/>
              </a:prstGeom>
              <a:solidFill>
                <a:schemeClr val="accent6"/>
              </a:solidFill>
              <a:ln w="152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4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D24D9EFB-6467-B2DD-BC1D-D37CE490D00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458200" y="2811780"/>
                <a:ext cx="914400" cy="914400"/>
              </a:xfrm>
              <a:prstGeom prst="ellipse">
                <a:avLst/>
              </a:prstGeom>
              <a:solidFill>
                <a:schemeClr val="accent3"/>
              </a:solidFill>
              <a:ln w="152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4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BB07CD64-8A93-6836-EBF2-64218382D34C}"/>
                </a:ext>
              </a:extLst>
            </p:cNvPr>
            <p:cNvGrpSpPr/>
            <p:nvPr userDrawn="1"/>
          </p:nvGrpSpPr>
          <p:grpSpPr>
            <a:xfrm>
              <a:off x="7978775" y="913447"/>
              <a:ext cx="479425" cy="481013"/>
              <a:chOff x="17164051" y="1144588"/>
              <a:chExt cx="479425" cy="481013"/>
            </a:xfrm>
            <a:solidFill>
              <a:schemeClr val="bg1"/>
            </a:solidFill>
          </p:grpSpPr>
          <p:sp>
            <p:nvSpPr>
              <p:cNvPr id="21" name="Freeform 252">
                <a:extLst>
                  <a:ext uri="{FF2B5EF4-FFF2-40B4-BE49-F238E27FC236}">
                    <a16:creationId xmlns:a16="http://schemas.microsoft.com/office/drawing/2014/main" id="{A5587CBE-AE35-E791-4639-9759BC75E7F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7164051" y="1144588"/>
                <a:ext cx="479425" cy="481013"/>
              </a:xfrm>
              <a:custGeom>
                <a:avLst/>
                <a:gdLst>
                  <a:gd name="T0" fmla="*/ 124 w 128"/>
                  <a:gd name="T1" fmla="*/ 107 h 128"/>
                  <a:gd name="T2" fmla="*/ 57 w 128"/>
                  <a:gd name="T3" fmla="*/ 40 h 128"/>
                  <a:gd name="T4" fmla="*/ 59 w 128"/>
                  <a:gd name="T5" fmla="*/ 29 h 128"/>
                  <a:gd name="T6" fmla="*/ 29 w 128"/>
                  <a:gd name="T7" fmla="*/ 0 h 128"/>
                  <a:gd name="T8" fmla="*/ 22 w 128"/>
                  <a:gd name="T9" fmla="*/ 1 h 128"/>
                  <a:gd name="T10" fmla="*/ 39 w 128"/>
                  <a:gd name="T11" fmla="*/ 18 h 128"/>
                  <a:gd name="T12" fmla="*/ 34 w 128"/>
                  <a:gd name="T13" fmla="*/ 34 h 128"/>
                  <a:gd name="T14" fmla="*/ 19 w 128"/>
                  <a:gd name="T15" fmla="*/ 39 h 128"/>
                  <a:gd name="T16" fmla="*/ 19 w 128"/>
                  <a:gd name="T17" fmla="*/ 39 h 128"/>
                  <a:gd name="T18" fmla="*/ 1 w 128"/>
                  <a:gd name="T19" fmla="*/ 22 h 128"/>
                  <a:gd name="T20" fmla="*/ 0 w 128"/>
                  <a:gd name="T21" fmla="*/ 29 h 128"/>
                  <a:gd name="T22" fmla="*/ 29 w 128"/>
                  <a:gd name="T23" fmla="*/ 59 h 128"/>
                  <a:gd name="T24" fmla="*/ 40 w 128"/>
                  <a:gd name="T25" fmla="*/ 57 h 128"/>
                  <a:gd name="T26" fmla="*/ 107 w 128"/>
                  <a:gd name="T27" fmla="*/ 124 h 128"/>
                  <a:gd name="T28" fmla="*/ 116 w 128"/>
                  <a:gd name="T29" fmla="*/ 128 h 128"/>
                  <a:gd name="T30" fmla="*/ 128 w 128"/>
                  <a:gd name="T31" fmla="*/ 116 h 128"/>
                  <a:gd name="T32" fmla="*/ 124 w 128"/>
                  <a:gd name="T33" fmla="*/ 107 h 128"/>
                  <a:gd name="T34" fmla="*/ 116 w 128"/>
                  <a:gd name="T35" fmla="*/ 121 h 128"/>
                  <a:gd name="T36" fmla="*/ 111 w 128"/>
                  <a:gd name="T37" fmla="*/ 116 h 128"/>
                  <a:gd name="T38" fmla="*/ 116 w 128"/>
                  <a:gd name="T39" fmla="*/ 111 h 128"/>
                  <a:gd name="T40" fmla="*/ 121 w 128"/>
                  <a:gd name="T41" fmla="*/ 116 h 128"/>
                  <a:gd name="T42" fmla="*/ 116 w 128"/>
                  <a:gd name="T43" fmla="*/ 121 h 1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28" h="128">
                    <a:moveTo>
                      <a:pt x="124" y="107"/>
                    </a:moveTo>
                    <a:cubicBezTo>
                      <a:pt x="57" y="40"/>
                      <a:pt x="57" y="40"/>
                      <a:pt x="57" y="40"/>
                    </a:cubicBezTo>
                    <a:cubicBezTo>
                      <a:pt x="58" y="36"/>
                      <a:pt x="59" y="33"/>
                      <a:pt x="59" y="29"/>
                    </a:cubicBezTo>
                    <a:cubicBezTo>
                      <a:pt x="59" y="13"/>
                      <a:pt x="46" y="0"/>
                      <a:pt x="29" y="0"/>
                    </a:cubicBezTo>
                    <a:cubicBezTo>
                      <a:pt x="27" y="0"/>
                      <a:pt x="24" y="0"/>
                      <a:pt x="22" y="1"/>
                    </a:cubicBezTo>
                    <a:cubicBezTo>
                      <a:pt x="39" y="18"/>
                      <a:pt x="39" y="18"/>
                      <a:pt x="39" y="18"/>
                    </a:cubicBezTo>
                    <a:cubicBezTo>
                      <a:pt x="42" y="21"/>
                      <a:pt x="40" y="28"/>
                      <a:pt x="34" y="34"/>
                    </a:cubicBezTo>
                    <a:cubicBezTo>
                      <a:pt x="28" y="40"/>
                      <a:pt x="21" y="42"/>
                      <a:pt x="19" y="39"/>
                    </a:cubicBezTo>
                    <a:cubicBezTo>
                      <a:pt x="19" y="39"/>
                      <a:pt x="19" y="39"/>
                      <a:pt x="19" y="39"/>
                    </a:cubicBezTo>
                    <a:cubicBezTo>
                      <a:pt x="1" y="22"/>
                      <a:pt x="1" y="22"/>
                      <a:pt x="1" y="22"/>
                    </a:cubicBezTo>
                    <a:cubicBezTo>
                      <a:pt x="0" y="24"/>
                      <a:pt x="0" y="27"/>
                      <a:pt x="0" y="29"/>
                    </a:cubicBezTo>
                    <a:cubicBezTo>
                      <a:pt x="0" y="46"/>
                      <a:pt x="13" y="59"/>
                      <a:pt x="29" y="59"/>
                    </a:cubicBezTo>
                    <a:cubicBezTo>
                      <a:pt x="33" y="59"/>
                      <a:pt x="36" y="58"/>
                      <a:pt x="40" y="57"/>
                    </a:cubicBezTo>
                    <a:cubicBezTo>
                      <a:pt x="107" y="124"/>
                      <a:pt x="107" y="124"/>
                      <a:pt x="107" y="124"/>
                    </a:cubicBezTo>
                    <a:cubicBezTo>
                      <a:pt x="109" y="127"/>
                      <a:pt x="112" y="128"/>
                      <a:pt x="116" y="128"/>
                    </a:cubicBezTo>
                    <a:cubicBezTo>
                      <a:pt x="122" y="128"/>
                      <a:pt x="128" y="122"/>
                      <a:pt x="128" y="116"/>
                    </a:cubicBezTo>
                    <a:cubicBezTo>
                      <a:pt x="128" y="112"/>
                      <a:pt x="127" y="109"/>
                      <a:pt x="124" y="107"/>
                    </a:cubicBezTo>
                    <a:close/>
                    <a:moveTo>
                      <a:pt x="116" y="121"/>
                    </a:moveTo>
                    <a:cubicBezTo>
                      <a:pt x="113" y="121"/>
                      <a:pt x="111" y="118"/>
                      <a:pt x="111" y="116"/>
                    </a:cubicBezTo>
                    <a:cubicBezTo>
                      <a:pt x="111" y="113"/>
                      <a:pt x="113" y="111"/>
                      <a:pt x="116" y="111"/>
                    </a:cubicBezTo>
                    <a:cubicBezTo>
                      <a:pt x="118" y="111"/>
                      <a:pt x="121" y="113"/>
                      <a:pt x="121" y="116"/>
                    </a:cubicBezTo>
                    <a:cubicBezTo>
                      <a:pt x="121" y="118"/>
                      <a:pt x="118" y="121"/>
                      <a:pt x="116" y="12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0960" tIns="30480" rIns="60960" bIns="3048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4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2" name="Freeform 253">
                <a:extLst>
                  <a:ext uri="{FF2B5EF4-FFF2-40B4-BE49-F238E27FC236}">
                    <a16:creationId xmlns:a16="http://schemas.microsoft.com/office/drawing/2014/main" id="{B674C289-A123-D218-833A-913B49C2E0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33926" y="1144588"/>
                <a:ext cx="209550" cy="211138"/>
              </a:xfrm>
              <a:custGeom>
                <a:avLst/>
                <a:gdLst>
                  <a:gd name="T0" fmla="*/ 30 w 56"/>
                  <a:gd name="T1" fmla="*/ 15 h 56"/>
                  <a:gd name="T2" fmla="*/ 34 w 56"/>
                  <a:gd name="T3" fmla="*/ 19 h 56"/>
                  <a:gd name="T4" fmla="*/ 8 w 56"/>
                  <a:gd name="T5" fmla="*/ 44 h 56"/>
                  <a:gd name="T6" fmla="*/ 12 w 56"/>
                  <a:gd name="T7" fmla="*/ 48 h 56"/>
                  <a:gd name="T8" fmla="*/ 37 w 56"/>
                  <a:gd name="T9" fmla="*/ 23 h 56"/>
                  <a:gd name="T10" fmla="*/ 41 w 56"/>
                  <a:gd name="T11" fmla="*/ 26 h 56"/>
                  <a:gd name="T12" fmla="*/ 16 w 56"/>
                  <a:gd name="T13" fmla="*/ 52 h 56"/>
                  <a:gd name="T14" fmla="*/ 20 w 56"/>
                  <a:gd name="T15" fmla="*/ 56 h 56"/>
                  <a:gd name="T16" fmla="*/ 52 w 56"/>
                  <a:gd name="T17" fmla="*/ 25 h 56"/>
                  <a:gd name="T18" fmla="*/ 52 w 56"/>
                  <a:gd name="T19" fmla="*/ 25 h 56"/>
                  <a:gd name="T20" fmla="*/ 56 w 56"/>
                  <a:gd name="T21" fmla="*/ 15 h 56"/>
                  <a:gd name="T22" fmla="*/ 41 w 56"/>
                  <a:gd name="T23" fmla="*/ 0 h 56"/>
                  <a:gd name="T24" fmla="*/ 31 w 56"/>
                  <a:gd name="T25" fmla="*/ 4 h 56"/>
                  <a:gd name="T26" fmla="*/ 0 w 56"/>
                  <a:gd name="T27" fmla="*/ 36 h 56"/>
                  <a:gd name="T28" fmla="*/ 4 w 56"/>
                  <a:gd name="T29" fmla="*/ 40 h 56"/>
                  <a:gd name="T30" fmla="*/ 30 w 56"/>
                  <a:gd name="T31" fmla="*/ 15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56" h="56">
                    <a:moveTo>
                      <a:pt x="30" y="15"/>
                    </a:moveTo>
                    <a:cubicBezTo>
                      <a:pt x="34" y="19"/>
                      <a:pt x="34" y="19"/>
                      <a:pt x="34" y="19"/>
                    </a:cubicBezTo>
                    <a:cubicBezTo>
                      <a:pt x="8" y="44"/>
                      <a:pt x="8" y="44"/>
                      <a:pt x="8" y="44"/>
                    </a:cubicBezTo>
                    <a:cubicBezTo>
                      <a:pt x="12" y="48"/>
                      <a:pt x="12" y="48"/>
                      <a:pt x="12" y="48"/>
                    </a:cubicBezTo>
                    <a:cubicBezTo>
                      <a:pt x="37" y="23"/>
                      <a:pt x="37" y="23"/>
                      <a:pt x="37" y="23"/>
                    </a:cubicBezTo>
                    <a:cubicBezTo>
                      <a:pt x="41" y="26"/>
                      <a:pt x="41" y="26"/>
                      <a:pt x="41" y="26"/>
                    </a:cubicBezTo>
                    <a:cubicBezTo>
                      <a:pt x="16" y="52"/>
                      <a:pt x="16" y="52"/>
                      <a:pt x="16" y="52"/>
                    </a:cubicBezTo>
                    <a:cubicBezTo>
                      <a:pt x="20" y="56"/>
                      <a:pt x="20" y="56"/>
                      <a:pt x="20" y="56"/>
                    </a:cubicBezTo>
                    <a:cubicBezTo>
                      <a:pt x="52" y="25"/>
                      <a:pt x="52" y="25"/>
                      <a:pt x="52" y="25"/>
                    </a:cubicBezTo>
                    <a:cubicBezTo>
                      <a:pt x="52" y="25"/>
                      <a:pt x="52" y="25"/>
                      <a:pt x="52" y="25"/>
                    </a:cubicBezTo>
                    <a:cubicBezTo>
                      <a:pt x="54" y="22"/>
                      <a:pt x="56" y="19"/>
                      <a:pt x="56" y="15"/>
                    </a:cubicBezTo>
                    <a:cubicBezTo>
                      <a:pt x="56" y="7"/>
                      <a:pt x="49" y="0"/>
                      <a:pt x="41" y="0"/>
                    </a:cubicBezTo>
                    <a:cubicBezTo>
                      <a:pt x="37" y="0"/>
                      <a:pt x="34" y="2"/>
                      <a:pt x="31" y="4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4" y="40"/>
                      <a:pt x="4" y="40"/>
                      <a:pt x="4" y="40"/>
                    </a:cubicBezTo>
                    <a:lnTo>
                      <a:pt x="30" y="1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0960" tIns="30480" rIns="60960" bIns="3048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4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3" name="Freeform 254">
                <a:extLst>
                  <a:ext uri="{FF2B5EF4-FFF2-40B4-BE49-F238E27FC236}">
                    <a16:creationId xmlns:a16="http://schemas.microsoft.com/office/drawing/2014/main" id="{6250BAA6-D5CC-362D-E99C-C815DD43DC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164051" y="1438275"/>
                <a:ext cx="182563" cy="187325"/>
              </a:xfrm>
              <a:custGeom>
                <a:avLst/>
                <a:gdLst>
                  <a:gd name="T0" fmla="*/ 42 w 115"/>
                  <a:gd name="T1" fmla="*/ 59 h 118"/>
                  <a:gd name="T2" fmla="*/ 26 w 115"/>
                  <a:gd name="T3" fmla="*/ 59 h 118"/>
                  <a:gd name="T4" fmla="*/ 0 w 115"/>
                  <a:gd name="T5" fmla="*/ 101 h 118"/>
                  <a:gd name="T6" fmla="*/ 16 w 115"/>
                  <a:gd name="T7" fmla="*/ 118 h 118"/>
                  <a:gd name="T8" fmla="*/ 16 w 115"/>
                  <a:gd name="T9" fmla="*/ 118 h 118"/>
                  <a:gd name="T10" fmla="*/ 16 w 115"/>
                  <a:gd name="T11" fmla="*/ 118 h 118"/>
                  <a:gd name="T12" fmla="*/ 59 w 115"/>
                  <a:gd name="T13" fmla="*/ 92 h 118"/>
                  <a:gd name="T14" fmla="*/ 61 w 115"/>
                  <a:gd name="T15" fmla="*/ 73 h 118"/>
                  <a:gd name="T16" fmla="*/ 115 w 115"/>
                  <a:gd name="T17" fmla="*/ 16 h 118"/>
                  <a:gd name="T18" fmla="*/ 101 w 115"/>
                  <a:gd name="T19" fmla="*/ 0 h 118"/>
                  <a:gd name="T20" fmla="*/ 42 w 115"/>
                  <a:gd name="T21" fmla="*/ 59 h 1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15" h="118">
                    <a:moveTo>
                      <a:pt x="42" y="59"/>
                    </a:moveTo>
                    <a:lnTo>
                      <a:pt x="26" y="59"/>
                    </a:lnTo>
                    <a:lnTo>
                      <a:pt x="0" y="101"/>
                    </a:lnTo>
                    <a:lnTo>
                      <a:pt x="16" y="118"/>
                    </a:lnTo>
                    <a:lnTo>
                      <a:pt x="16" y="118"/>
                    </a:lnTo>
                    <a:lnTo>
                      <a:pt x="16" y="118"/>
                    </a:lnTo>
                    <a:lnTo>
                      <a:pt x="59" y="92"/>
                    </a:lnTo>
                    <a:lnTo>
                      <a:pt x="61" y="73"/>
                    </a:lnTo>
                    <a:lnTo>
                      <a:pt x="115" y="16"/>
                    </a:lnTo>
                    <a:lnTo>
                      <a:pt x="101" y="0"/>
                    </a:lnTo>
                    <a:lnTo>
                      <a:pt x="42" y="5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0960" tIns="30480" rIns="60960" bIns="3048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4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EA2A0CB7-54CE-88E6-F6ED-0625C67CFE02}"/>
              </a:ext>
            </a:extLst>
          </p:cNvPr>
          <p:cNvGrpSpPr/>
          <p:nvPr/>
        </p:nvGrpSpPr>
        <p:grpSpPr>
          <a:xfrm>
            <a:off x="4929709" y="62004"/>
            <a:ext cx="6333724" cy="801861"/>
            <a:chOff x="5436516" y="221670"/>
            <a:chExt cx="6333724" cy="801861"/>
          </a:xfrm>
        </p:grpSpPr>
        <p:sp>
          <p:nvSpPr>
            <p:cNvPr id="79" name="Text Placeholder 8">
              <a:extLst>
                <a:ext uri="{FF2B5EF4-FFF2-40B4-BE49-F238E27FC236}">
                  <a16:creationId xmlns:a16="http://schemas.microsoft.com/office/drawing/2014/main" id="{EB287261-2B04-24B4-C53F-2604FD8EF069}"/>
                </a:ext>
              </a:extLst>
            </p:cNvPr>
            <p:cNvSpPr txBox="1">
              <a:spLocks/>
            </p:cNvSpPr>
            <p:nvPr/>
          </p:nvSpPr>
          <p:spPr>
            <a:xfrm>
              <a:off x="6091966" y="221670"/>
              <a:ext cx="5678274" cy="801861"/>
            </a:xfrm>
            <a:prstGeom prst="rect">
              <a:avLst/>
            </a:prstGeom>
          </p:spPr>
          <p:txBody>
            <a:bodyPr anchor="ctr" anchorCtr="0"/>
            <a:lstStyle>
              <a:lvl1pPr marL="342900" indent="-342900" algn="l" defTabSz="1371600" rtl="0" eaLnBrk="1" latinLnBrk="0" hangingPunct="1">
                <a:lnSpc>
                  <a:spcPct val="90000"/>
                </a:lnSpc>
                <a:spcBef>
                  <a:spcPts val="1500"/>
                </a:spcBef>
                <a:buFont typeface="Arial" panose="020B0604020202020204" pitchFamily="34" charset="0"/>
                <a:buChar char="•"/>
                <a:defRPr sz="4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0287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7145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3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4003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0861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7719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44577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51435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8293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>
                <a:buNone/>
                <a:defRPr/>
              </a:pPr>
              <a:r>
                <a:rPr lang="en-US" sz="28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j-lt"/>
                </a:rPr>
                <a:t>Presentation Storyline</a:t>
              </a:r>
              <a:endParaRPr kumimoji="0" lang="id-ID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0257F11A-58EA-9C92-9B8C-BD6BF9CEC028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5436516" y="382610"/>
              <a:ext cx="487680" cy="487680"/>
              <a:chOff x="6416676" y="3908425"/>
              <a:chExt cx="960438" cy="960438"/>
            </a:xfrm>
            <a:solidFill>
              <a:schemeClr val="accent4"/>
            </a:solidFill>
          </p:grpSpPr>
          <p:sp>
            <p:nvSpPr>
              <p:cNvPr id="28" name="Freeform 306">
                <a:extLst>
                  <a:ext uri="{FF2B5EF4-FFF2-40B4-BE49-F238E27FC236}">
                    <a16:creationId xmlns:a16="http://schemas.microsoft.com/office/drawing/2014/main" id="{D936F692-5BAA-8375-FEF8-F813453BEC3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416676" y="3908425"/>
                <a:ext cx="960438" cy="960438"/>
              </a:xfrm>
              <a:custGeom>
                <a:avLst/>
                <a:gdLst>
                  <a:gd name="T0" fmla="*/ 128 w 256"/>
                  <a:gd name="T1" fmla="*/ 0 h 256"/>
                  <a:gd name="T2" fmla="*/ 0 w 256"/>
                  <a:gd name="T3" fmla="*/ 128 h 256"/>
                  <a:gd name="T4" fmla="*/ 128 w 256"/>
                  <a:gd name="T5" fmla="*/ 256 h 256"/>
                  <a:gd name="T6" fmla="*/ 256 w 256"/>
                  <a:gd name="T7" fmla="*/ 128 h 256"/>
                  <a:gd name="T8" fmla="*/ 128 w 256"/>
                  <a:gd name="T9" fmla="*/ 0 h 256"/>
                  <a:gd name="T10" fmla="*/ 128 w 256"/>
                  <a:gd name="T11" fmla="*/ 244 h 256"/>
                  <a:gd name="T12" fmla="*/ 12 w 256"/>
                  <a:gd name="T13" fmla="*/ 128 h 256"/>
                  <a:gd name="T14" fmla="*/ 128 w 256"/>
                  <a:gd name="T15" fmla="*/ 12 h 256"/>
                  <a:gd name="T16" fmla="*/ 244 w 256"/>
                  <a:gd name="T17" fmla="*/ 128 h 256"/>
                  <a:gd name="T18" fmla="*/ 128 w 256"/>
                  <a:gd name="T19" fmla="*/ 244 h 2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56" h="256">
                    <a:moveTo>
                      <a:pt x="128" y="0"/>
                    </a:moveTo>
                    <a:cubicBezTo>
                      <a:pt x="57" y="0"/>
                      <a:pt x="0" y="57"/>
                      <a:pt x="0" y="128"/>
                    </a:cubicBezTo>
                    <a:cubicBezTo>
                      <a:pt x="0" y="199"/>
                      <a:pt x="57" y="256"/>
                      <a:pt x="128" y="256"/>
                    </a:cubicBezTo>
                    <a:cubicBezTo>
                      <a:pt x="199" y="256"/>
                      <a:pt x="256" y="199"/>
                      <a:pt x="256" y="128"/>
                    </a:cubicBezTo>
                    <a:cubicBezTo>
                      <a:pt x="256" y="57"/>
                      <a:pt x="199" y="0"/>
                      <a:pt x="128" y="0"/>
                    </a:cubicBezTo>
                    <a:close/>
                    <a:moveTo>
                      <a:pt x="128" y="244"/>
                    </a:moveTo>
                    <a:cubicBezTo>
                      <a:pt x="64" y="244"/>
                      <a:pt x="12" y="192"/>
                      <a:pt x="12" y="128"/>
                    </a:cubicBezTo>
                    <a:cubicBezTo>
                      <a:pt x="12" y="64"/>
                      <a:pt x="64" y="12"/>
                      <a:pt x="128" y="12"/>
                    </a:cubicBezTo>
                    <a:cubicBezTo>
                      <a:pt x="192" y="12"/>
                      <a:pt x="244" y="64"/>
                      <a:pt x="244" y="128"/>
                    </a:cubicBezTo>
                    <a:cubicBezTo>
                      <a:pt x="244" y="192"/>
                      <a:pt x="192" y="244"/>
                      <a:pt x="128" y="24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0960" tIns="30480" rIns="60960" bIns="3048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4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9" name="Freeform 409">
                <a:extLst>
                  <a:ext uri="{FF2B5EF4-FFF2-40B4-BE49-F238E27FC236}">
                    <a16:creationId xmlns:a16="http://schemas.microsoft.com/office/drawing/2014/main" id="{6E25205F-9EDF-9748-A421-27B561FDAB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77038" y="4148138"/>
                <a:ext cx="292100" cy="481013"/>
              </a:xfrm>
              <a:custGeom>
                <a:avLst/>
                <a:gdLst>
                  <a:gd name="T0" fmla="*/ 33 w 184"/>
                  <a:gd name="T1" fmla="*/ 0 h 303"/>
                  <a:gd name="T2" fmla="*/ 0 w 184"/>
                  <a:gd name="T3" fmla="*/ 33 h 303"/>
                  <a:gd name="T4" fmla="*/ 118 w 184"/>
                  <a:gd name="T5" fmla="*/ 152 h 303"/>
                  <a:gd name="T6" fmla="*/ 0 w 184"/>
                  <a:gd name="T7" fmla="*/ 270 h 303"/>
                  <a:gd name="T8" fmla="*/ 33 w 184"/>
                  <a:gd name="T9" fmla="*/ 303 h 303"/>
                  <a:gd name="T10" fmla="*/ 184 w 184"/>
                  <a:gd name="T11" fmla="*/ 152 h 303"/>
                  <a:gd name="T12" fmla="*/ 33 w 184"/>
                  <a:gd name="T13" fmla="*/ 0 h 3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84" h="303">
                    <a:moveTo>
                      <a:pt x="33" y="0"/>
                    </a:moveTo>
                    <a:lnTo>
                      <a:pt x="0" y="33"/>
                    </a:lnTo>
                    <a:lnTo>
                      <a:pt x="118" y="152"/>
                    </a:lnTo>
                    <a:lnTo>
                      <a:pt x="0" y="270"/>
                    </a:lnTo>
                    <a:lnTo>
                      <a:pt x="33" y="303"/>
                    </a:lnTo>
                    <a:lnTo>
                      <a:pt x="184" y="152"/>
                    </a:lnTo>
                    <a:lnTo>
                      <a:pt x="33" y="0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0960" tIns="30480" rIns="60960" bIns="3048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4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189586CB-0CD6-5C8E-860C-04E7403D70C3}"/>
              </a:ext>
            </a:extLst>
          </p:cNvPr>
          <p:cNvGrpSpPr/>
          <p:nvPr/>
        </p:nvGrpSpPr>
        <p:grpSpPr>
          <a:xfrm>
            <a:off x="4896139" y="1066860"/>
            <a:ext cx="6338305" cy="859930"/>
            <a:chOff x="5439181" y="1259189"/>
            <a:chExt cx="6338305" cy="859930"/>
          </a:xfrm>
        </p:grpSpPr>
        <p:sp>
          <p:nvSpPr>
            <p:cNvPr id="80" name="Text Placeholder 8">
              <a:extLst>
                <a:ext uri="{FF2B5EF4-FFF2-40B4-BE49-F238E27FC236}">
                  <a16:creationId xmlns:a16="http://schemas.microsoft.com/office/drawing/2014/main" id="{1EFF954B-2859-FE8A-836C-6B05D1B62373}"/>
                </a:ext>
              </a:extLst>
            </p:cNvPr>
            <p:cNvSpPr txBox="1">
              <a:spLocks/>
            </p:cNvSpPr>
            <p:nvPr/>
          </p:nvSpPr>
          <p:spPr>
            <a:xfrm>
              <a:off x="6109842" y="1509519"/>
              <a:ext cx="5667644" cy="609600"/>
            </a:xfrm>
            <a:prstGeom prst="rect">
              <a:avLst/>
            </a:prstGeom>
          </p:spPr>
          <p:txBody>
            <a:bodyPr anchor="ctr" anchorCtr="0"/>
            <a:lstStyle>
              <a:lvl1pPr marL="342900" indent="-342900" algn="l" defTabSz="1371600" rtl="0" eaLnBrk="1" latinLnBrk="0" hangingPunct="1">
                <a:lnSpc>
                  <a:spcPct val="90000"/>
                </a:lnSpc>
                <a:spcBef>
                  <a:spcPts val="1500"/>
                </a:spcBef>
                <a:buFont typeface="Arial" panose="020B0604020202020204" pitchFamily="34" charset="0"/>
                <a:buChar char="•"/>
                <a:defRPr sz="4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0287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7145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3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4003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0861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7719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44577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51435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8293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>
                <a:buNone/>
                <a:defRPr/>
              </a:pPr>
              <a:r>
                <a:rPr lang="en-US" sz="28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j-lt"/>
                </a:rPr>
                <a:t>Engineers Problem Statement</a:t>
              </a:r>
            </a:p>
            <a:p>
              <a:pPr marL="0" marR="0" lvl="0" indent="0" algn="l" defTabSz="1371600" rtl="0" eaLnBrk="1" fontAlgn="auto" latinLnBrk="0" hangingPunct="1">
                <a:lnSpc>
                  <a:spcPct val="90000"/>
                </a:lnSpc>
                <a:spcBef>
                  <a:spcPts val="15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 </a:t>
              </a:r>
              <a:endParaRPr kumimoji="0" lang="id-ID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E3C16A5A-1B67-1EEA-0551-17C104974C5E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5439181" y="1259189"/>
              <a:ext cx="487680" cy="487680"/>
              <a:chOff x="6416674" y="3931493"/>
              <a:chExt cx="960438" cy="960438"/>
            </a:xfrm>
            <a:solidFill>
              <a:schemeClr val="accent4"/>
            </a:solidFill>
          </p:grpSpPr>
          <p:sp>
            <p:nvSpPr>
              <p:cNvPr id="31" name="Freeform 306">
                <a:extLst>
                  <a:ext uri="{FF2B5EF4-FFF2-40B4-BE49-F238E27FC236}">
                    <a16:creationId xmlns:a16="http://schemas.microsoft.com/office/drawing/2014/main" id="{3B1968AB-93CD-5E30-BA18-D4D06960118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416674" y="3931493"/>
                <a:ext cx="960438" cy="960438"/>
              </a:xfrm>
              <a:custGeom>
                <a:avLst/>
                <a:gdLst>
                  <a:gd name="T0" fmla="*/ 128 w 256"/>
                  <a:gd name="T1" fmla="*/ 0 h 256"/>
                  <a:gd name="T2" fmla="*/ 0 w 256"/>
                  <a:gd name="T3" fmla="*/ 128 h 256"/>
                  <a:gd name="T4" fmla="*/ 128 w 256"/>
                  <a:gd name="T5" fmla="*/ 256 h 256"/>
                  <a:gd name="T6" fmla="*/ 256 w 256"/>
                  <a:gd name="T7" fmla="*/ 128 h 256"/>
                  <a:gd name="T8" fmla="*/ 128 w 256"/>
                  <a:gd name="T9" fmla="*/ 0 h 256"/>
                  <a:gd name="T10" fmla="*/ 128 w 256"/>
                  <a:gd name="T11" fmla="*/ 244 h 256"/>
                  <a:gd name="T12" fmla="*/ 12 w 256"/>
                  <a:gd name="T13" fmla="*/ 128 h 256"/>
                  <a:gd name="T14" fmla="*/ 128 w 256"/>
                  <a:gd name="T15" fmla="*/ 12 h 256"/>
                  <a:gd name="T16" fmla="*/ 244 w 256"/>
                  <a:gd name="T17" fmla="*/ 128 h 256"/>
                  <a:gd name="T18" fmla="*/ 128 w 256"/>
                  <a:gd name="T19" fmla="*/ 244 h 2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56" h="256">
                    <a:moveTo>
                      <a:pt x="128" y="0"/>
                    </a:moveTo>
                    <a:cubicBezTo>
                      <a:pt x="57" y="0"/>
                      <a:pt x="0" y="57"/>
                      <a:pt x="0" y="128"/>
                    </a:cubicBezTo>
                    <a:cubicBezTo>
                      <a:pt x="0" y="199"/>
                      <a:pt x="57" y="256"/>
                      <a:pt x="128" y="256"/>
                    </a:cubicBezTo>
                    <a:cubicBezTo>
                      <a:pt x="199" y="256"/>
                      <a:pt x="256" y="199"/>
                      <a:pt x="256" y="128"/>
                    </a:cubicBezTo>
                    <a:cubicBezTo>
                      <a:pt x="256" y="57"/>
                      <a:pt x="199" y="0"/>
                      <a:pt x="128" y="0"/>
                    </a:cubicBezTo>
                    <a:close/>
                    <a:moveTo>
                      <a:pt x="128" y="244"/>
                    </a:moveTo>
                    <a:cubicBezTo>
                      <a:pt x="64" y="244"/>
                      <a:pt x="12" y="192"/>
                      <a:pt x="12" y="128"/>
                    </a:cubicBezTo>
                    <a:cubicBezTo>
                      <a:pt x="12" y="64"/>
                      <a:pt x="64" y="12"/>
                      <a:pt x="128" y="12"/>
                    </a:cubicBezTo>
                    <a:cubicBezTo>
                      <a:pt x="192" y="12"/>
                      <a:pt x="244" y="64"/>
                      <a:pt x="244" y="128"/>
                    </a:cubicBezTo>
                    <a:cubicBezTo>
                      <a:pt x="244" y="192"/>
                      <a:pt x="192" y="244"/>
                      <a:pt x="128" y="24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0960" tIns="30480" rIns="60960" bIns="3048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4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2" name="Freeform 409">
                <a:extLst>
                  <a:ext uri="{FF2B5EF4-FFF2-40B4-BE49-F238E27FC236}">
                    <a16:creationId xmlns:a16="http://schemas.microsoft.com/office/drawing/2014/main" id="{03CFCFEB-E414-77B7-F111-45D3A1409B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77038" y="4148138"/>
                <a:ext cx="292100" cy="481013"/>
              </a:xfrm>
              <a:custGeom>
                <a:avLst/>
                <a:gdLst>
                  <a:gd name="T0" fmla="*/ 33 w 184"/>
                  <a:gd name="T1" fmla="*/ 0 h 303"/>
                  <a:gd name="T2" fmla="*/ 0 w 184"/>
                  <a:gd name="T3" fmla="*/ 33 h 303"/>
                  <a:gd name="T4" fmla="*/ 118 w 184"/>
                  <a:gd name="T5" fmla="*/ 152 h 303"/>
                  <a:gd name="T6" fmla="*/ 0 w 184"/>
                  <a:gd name="T7" fmla="*/ 270 h 303"/>
                  <a:gd name="T8" fmla="*/ 33 w 184"/>
                  <a:gd name="T9" fmla="*/ 303 h 303"/>
                  <a:gd name="T10" fmla="*/ 184 w 184"/>
                  <a:gd name="T11" fmla="*/ 152 h 303"/>
                  <a:gd name="T12" fmla="*/ 33 w 184"/>
                  <a:gd name="T13" fmla="*/ 0 h 3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84" h="303">
                    <a:moveTo>
                      <a:pt x="33" y="0"/>
                    </a:moveTo>
                    <a:lnTo>
                      <a:pt x="0" y="33"/>
                    </a:lnTo>
                    <a:lnTo>
                      <a:pt x="118" y="152"/>
                    </a:lnTo>
                    <a:lnTo>
                      <a:pt x="0" y="270"/>
                    </a:lnTo>
                    <a:lnTo>
                      <a:pt x="33" y="303"/>
                    </a:lnTo>
                    <a:lnTo>
                      <a:pt x="184" y="152"/>
                    </a:lnTo>
                    <a:lnTo>
                      <a:pt x="33" y="0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0960" tIns="30480" rIns="60960" bIns="3048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4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9497A9A4-6EF5-1100-EBA0-49414FECAACC}"/>
              </a:ext>
            </a:extLst>
          </p:cNvPr>
          <p:cNvGrpSpPr/>
          <p:nvPr/>
        </p:nvGrpSpPr>
        <p:grpSpPr>
          <a:xfrm>
            <a:off x="4896140" y="1906906"/>
            <a:ext cx="6559039" cy="609600"/>
            <a:chOff x="5452482" y="2045038"/>
            <a:chExt cx="5839105" cy="609600"/>
          </a:xfrm>
        </p:grpSpPr>
        <p:sp>
          <p:nvSpPr>
            <p:cNvPr id="81" name="Text Placeholder 8">
              <a:extLst>
                <a:ext uri="{FF2B5EF4-FFF2-40B4-BE49-F238E27FC236}">
                  <a16:creationId xmlns:a16="http://schemas.microsoft.com/office/drawing/2014/main" id="{E39A0E9E-306B-0629-A107-A100D2F0BAA0}"/>
                </a:ext>
              </a:extLst>
            </p:cNvPr>
            <p:cNvSpPr txBox="1">
              <a:spLocks/>
            </p:cNvSpPr>
            <p:nvPr/>
          </p:nvSpPr>
          <p:spPr>
            <a:xfrm>
              <a:off x="6045346" y="2045038"/>
              <a:ext cx="5246241" cy="609600"/>
            </a:xfrm>
            <a:prstGeom prst="rect">
              <a:avLst/>
            </a:prstGeom>
          </p:spPr>
          <p:txBody>
            <a:bodyPr anchor="ctr" anchorCtr="0"/>
            <a:lstStyle>
              <a:lvl1pPr marL="342900" indent="-342900" algn="l" defTabSz="1371600" rtl="0" eaLnBrk="1" latinLnBrk="0" hangingPunct="1">
                <a:lnSpc>
                  <a:spcPct val="90000"/>
                </a:lnSpc>
                <a:spcBef>
                  <a:spcPts val="1500"/>
                </a:spcBef>
                <a:buFont typeface="Arial" panose="020B0604020202020204" pitchFamily="34" charset="0"/>
                <a:buChar char="•"/>
                <a:defRPr sz="4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0287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7145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3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4003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0861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7719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44577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51435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8293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>
                <a:buNone/>
                <a:defRPr/>
              </a:pPr>
              <a:r>
                <a:rPr lang="en-US" sz="28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j-lt"/>
                </a:rPr>
                <a:t>Evolution</a:t>
              </a: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 </a:t>
              </a:r>
              <a:endParaRPr kumimoji="0" lang="id-ID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CA55E976-C3B0-AF86-DAA3-EB93A94329CD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5452482" y="2091092"/>
              <a:ext cx="434151" cy="453049"/>
              <a:chOff x="6416678" y="3908425"/>
              <a:chExt cx="855018" cy="892236"/>
            </a:xfrm>
            <a:solidFill>
              <a:schemeClr val="accent4"/>
            </a:solidFill>
          </p:grpSpPr>
          <p:sp>
            <p:nvSpPr>
              <p:cNvPr id="34" name="Freeform 306">
                <a:extLst>
                  <a:ext uri="{FF2B5EF4-FFF2-40B4-BE49-F238E27FC236}">
                    <a16:creationId xmlns:a16="http://schemas.microsoft.com/office/drawing/2014/main" id="{6BA4F36E-E156-8DC0-D656-10FD62C5E8D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416678" y="3908425"/>
                <a:ext cx="855018" cy="892236"/>
              </a:xfrm>
              <a:custGeom>
                <a:avLst/>
                <a:gdLst>
                  <a:gd name="T0" fmla="*/ 128 w 256"/>
                  <a:gd name="T1" fmla="*/ 0 h 256"/>
                  <a:gd name="T2" fmla="*/ 0 w 256"/>
                  <a:gd name="T3" fmla="*/ 128 h 256"/>
                  <a:gd name="T4" fmla="*/ 128 w 256"/>
                  <a:gd name="T5" fmla="*/ 256 h 256"/>
                  <a:gd name="T6" fmla="*/ 256 w 256"/>
                  <a:gd name="T7" fmla="*/ 128 h 256"/>
                  <a:gd name="T8" fmla="*/ 128 w 256"/>
                  <a:gd name="T9" fmla="*/ 0 h 256"/>
                  <a:gd name="T10" fmla="*/ 128 w 256"/>
                  <a:gd name="T11" fmla="*/ 244 h 256"/>
                  <a:gd name="T12" fmla="*/ 12 w 256"/>
                  <a:gd name="T13" fmla="*/ 128 h 256"/>
                  <a:gd name="T14" fmla="*/ 128 w 256"/>
                  <a:gd name="T15" fmla="*/ 12 h 256"/>
                  <a:gd name="T16" fmla="*/ 244 w 256"/>
                  <a:gd name="T17" fmla="*/ 128 h 256"/>
                  <a:gd name="T18" fmla="*/ 128 w 256"/>
                  <a:gd name="T19" fmla="*/ 244 h 2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56" h="256">
                    <a:moveTo>
                      <a:pt x="128" y="0"/>
                    </a:moveTo>
                    <a:cubicBezTo>
                      <a:pt x="57" y="0"/>
                      <a:pt x="0" y="57"/>
                      <a:pt x="0" y="128"/>
                    </a:cubicBezTo>
                    <a:cubicBezTo>
                      <a:pt x="0" y="199"/>
                      <a:pt x="57" y="256"/>
                      <a:pt x="128" y="256"/>
                    </a:cubicBezTo>
                    <a:cubicBezTo>
                      <a:pt x="199" y="256"/>
                      <a:pt x="256" y="199"/>
                      <a:pt x="256" y="128"/>
                    </a:cubicBezTo>
                    <a:cubicBezTo>
                      <a:pt x="256" y="57"/>
                      <a:pt x="199" y="0"/>
                      <a:pt x="128" y="0"/>
                    </a:cubicBezTo>
                    <a:close/>
                    <a:moveTo>
                      <a:pt x="128" y="244"/>
                    </a:moveTo>
                    <a:cubicBezTo>
                      <a:pt x="64" y="244"/>
                      <a:pt x="12" y="192"/>
                      <a:pt x="12" y="128"/>
                    </a:cubicBezTo>
                    <a:cubicBezTo>
                      <a:pt x="12" y="64"/>
                      <a:pt x="64" y="12"/>
                      <a:pt x="128" y="12"/>
                    </a:cubicBezTo>
                    <a:cubicBezTo>
                      <a:pt x="192" y="12"/>
                      <a:pt x="244" y="64"/>
                      <a:pt x="244" y="128"/>
                    </a:cubicBezTo>
                    <a:cubicBezTo>
                      <a:pt x="244" y="192"/>
                      <a:pt x="192" y="244"/>
                      <a:pt x="128" y="24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0960" tIns="30480" rIns="60960" bIns="3048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4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5" name="Freeform 409">
                <a:extLst>
                  <a:ext uri="{FF2B5EF4-FFF2-40B4-BE49-F238E27FC236}">
                    <a16:creationId xmlns:a16="http://schemas.microsoft.com/office/drawing/2014/main" id="{46AB9FCE-E1C0-3FA0-8746-4D95BFA850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21112" y="4127198"/>
                <a:ext cx="292100" cy="481013"/>
              </a:xfrm>
              <a:custGeom>
                <a:avLst/>
                <a:gdLst>
                  <a:gd name="T0" fmla="*/ 33 w 184"/>
                  <a:gd name="T1" fmla="*/ 0 h 303"/>
                  <a:gd name="T2" fmla="*/ 0 w 184"/>
                  <a:gd name="T3" fmla="*/ 33 h 303"/>
                  <a:gd name="T4" fmla="*/ 118 w 184"/>
                  <a:gd name="T5" fmla="*/ 152 h 303"/>
                  <a:gd name="T6" fmla="*/ 0 w 184"/>
                  <a:gd name="T7" fmla="*/ 270 h 303"/>
                  <a:gd name="T8" fmla="*/ 33 w 184"/>
                  <a:gd name="T9" fmla="*/ 303 h 303"/>
                  <a:gd name="T10" fmla="*/ 184 w 184"/>
                  <a:gd name="T11" fmla="*/ 152 h 303"/>
                  <a:gd name="T12" fmla="*/ 33 w 184"/>
                  <a:gd name="T13" fmla="*/ 0 h 3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84" h="303">
                    <a:moveTo>
                      <a:pt x="33" y="0"/>
                    </a:moveTo>
                    <a:lnTo>
                      <a:pt x="0" y="33"/>
                    </a:lnTo>
                    <a:lnTo>
                      <a:pt x="118" y="152"/>
                    </a:lnTo>
                    <a:lnTo>
                      <a:pt x="0" y="270"/>
                    </a:lnTo>
                    <a:lnTo>
                      <a:pt x="33" y="303"/>
                    </a:lnTo>
                    <a:lnTo>
                      <a:pt x="184" y="152"/>
                    </a:lnTo>
                    <a:lnTo>
                      <a:pt x="33" y="0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0960" tIns="30480" rIns="60960" bIns="3048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4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0704E962-C7D6-2986-ED59-C0951899ED25}"/>
              </a:ext>
            </a:extLst>
          </p:cNvPr>
          <p:cNvGrpSpPr/>
          <p:nvPr/>
        </p:nvGrpSpPr>
        <p:grpSpPr>
          <a:xfrm>
            <a:off x="4883494" y="2719820"/>
            <a:ext cx="6865482" cy="609600"/>
            <a:chOff x="5465780" y="2945868"/>
            <a:chExt cx="6442685" cy="609600"/>
          </a:xfrm>
        </p:grpSpPr>
        <p:sp>
          <p:nvSpPr>
            <p:cNvPr id="17" name="Text Placeholder 8">
              <a:extLst>
                <a:ext uri="{FF2B5EF4-FFF2-40B4-BE49-F238E27FC236}">
                  <a16:creationId xmlns:a16="http://schemas.microsoft.com/office/drawing/2014/main" id="{0B6EE659-A9C5-B0C3-0FD0-EA757342480A}"/>
                </a:ext>
              </a:extLst>
            </p:cNvPr>
            <p:cNvSpPr txBox="1">
              <a:spLocks/>
            </p:cNvSpPr>
            <p:nvPr/>
          </p:nvSpPr>
          <p:spPr>
            <a:xfrm>
              <a:off x="6102596" y="2945868"/>
              <a:ext cx="5805869" cy="609600"/>
            </a:xfrm>
            <a:prstGeom prst="rect">
              <a:avLst/>
            </a:prstGeom>
          </p:spPr>
          <p:txBody>
            <a:bodyPr anchor="ctr" anchorCtr="0"/>
            <a:lstStyle>
              <a:lvl1pPr marL="342900" indent="-342900" algn="l" defTabSz="1371600" rtl="0" eaLnBrk="1" latinLnBrk="0" hangingPunct="1">
                <a:lnSpc>
                  <a:spcPct val="90000"/>
                </a:lnSpc>
                <a:spcBef>
                  <a:spcPts val="1500"/>
                </a:spcBef>
                <a:buFont typeface="Arial" panose="020B0604020202020204" pitchFamily="34" charset="0"/>
                <a:buChar char="•"/>
                <a:defRPr sz="4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0287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7145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3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4003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0861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7719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44577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51435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8293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>
                <a:buNone/>
                <a:defRPr/>
              </a:pPr>
              <a:r>
                <a:rPr lang="en-US" sz="28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j-lt"/>
                </a:rPr>
                <a:t>Solution Comparison </a:t>
              </a:r>
            </a:p>
          </p:txBody>
        </p: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D413E655-788F-D665-7C56-AEC7157B00AD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5465780" y="2998513"/>
              <a:ext cx="487680" cy="487680"/>
              <a:chOff x="6416676" y="3908425"/>
              <a:chExt cx="960438" cy="960438"/>
            </a:xfrm>
            <a:solidFill>
              <a:schemeClr val="accent4"/>
            </a:solidFill>
          </p:grpSpPr>
          <p:sp>
            <p:nvSpPr>
              <p:cNvPr id="37" name="Freeform 306">
                <a:extLst>
                  <a:ext uri="{FF2B5EF4-FFF2-40B4-BE49-F238E27FC236}">
                    <a16:creationId xmlns:a16="http://schemas.microsoft.com/office/drawing/2014/main" id="{E3876CCB-A825-9C16-F2DB-B4502CE0093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416676" y="3908425"/>
                <a:ext cx="960438" cy="960438"/>
              </a:xfrm>
              <a:custGeom>
                <a:avLst/>
                <a:gdLst>
                  <a:gd name="T0" fmla="*/ 128 w 256"/>
                  <a:gd name="T1" fmla="*/ 0 h 256"/>
                  <a:gd name="T2" fmla="*/ 0 w 256"/>
                  <a:gd name="T3" fmla="*/ 128 h 256"/>
                  <a:gd name="T4" fmla="*/ 128 w 256"/>
                  <a:gd name="T5" fmla="*/ 256 h 256"/>
                  <a:gd name="T6" fmla="*/ 256 w 256"/>
                  <a:gd name="T7" fmla="*/ 128 h 256"/>
                  <a:gd name="T8" fmla="*/ 128 w 256"/>
                  <a:gd name="T9" fmla="*/ 0 h 256"/>
                  <a:gd name="T10" fmla="*/ 128 w 256"/>
                  <a:gd name="T11" fmla="*/ 244 h 256"/>
                  <a:gd name="T12" fmla="*/ 12 w 256"/>
                  <a:gd name="T13" fmla="*/ 128 h 256"/>
                  <a:gd name="T14" fmla="*/ 128 w 256"/>
                  <a:gd name="T15" fmla="*/ 12 h 256"/>
                  <a:gd name="T16" fmla="*/ 244 w 256"/>
                  <a:gd name="T17" fmla="*/ 128 h 256"/>
                  <a:gd name="T18" fmla="*/ 128 w 256"/>
                  <a:gd name="T19" fmla="*/ 244 h 2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56" h="256">
                    <a:moveTo>
                      <a:pt x="128" y="0"/>
                    </a:moveTo>
                    <a:cubicBezTo>
                      <a:pt x="57" y="0"/>
                      <a:pt x="0" y="57"/>
                      <a:pt x="0" y="128"/>
                    </a:cubicBezTo>
                    <a:cubicBezTo>
                      <a:pt x="0" y="199"/>
                      <a:pt x="57" y="256"/>
                      <a:pt x="128" y="256"/>
                    </a:cubicBezTo>
                    <a:cubicBezTo>
                      <a:pt x="199" y="256"/>
                      <a:pt x="256" y="199"/>
                      <a:pt x="256" y="128"/>
                    </a:cubicBezTo>
                    <a:cubicBezTo>
                      <a:pt x="256" y="57"/>
                      <a:pt x="199" y="0"/>
                      <a:pt x="128" y="0"/>
                    </a:cubicBezTo>
                    <a:close/>
                    <a:moveTo>
                      <a:pt x="128" y="244"/>
                    </a:moveTo>
                    <a:cubicBezTo>
                      <a:pt x="64" y="244"/>
                      <a:pt x="12" y="192"/>
                      <a:pt x="12" y="128"/>
                    </a:cubicBezTo>
                    <a:cubicBezTo>
                      <a:pt x="12" y="64"/>
                      <a:pt x="64" y="12"/>
                      <a:pt x="128" y="12"/>
                    </a:cubicBezTo>
                    <a:cubicBezTo>
                      <a:pt x="192" y="12"/>
                      <a:pt x="244" y="64"/>
                      <a:pt x="244" y="128"/>
                    </a:cubicBezTo>
                    <a:cubicBezTo>
                      <a:pt x="244" y="192"/>
                      <a:pt x="192" y="244"/>
                      <a:pt x="128" y="24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0960" tIns="30480" rIns="60960" bIns="3048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4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8" name="Freeform 409">
                <a:extLst>
                  <a:ext uri="{FF2B5EF4-FFF2-40B4-BE49-F238E27FC236}">
                    <a16:creationId xmlns:a16="http://schemas.microsoft.com/office/drawing/2014/main" id="{535AA22B-3F14-7030-FEB7-0FCABA19BD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77038" y="4148138"/>
                <a:ext cx="292100" cy="481013"/>
              </a:xfrm>
              <a:custGeom>
                <a:avLst/>
                <a:gdLst>
                  <a:gd name="T0" fmla="*/ 33 w 184"/>
                  <a:gd name="T1" fmla="*/ 0 h 303"/>
                  <a:gd name="T2" fmla="*/ 0 w 184"/>
                  <a:gd name="T3" fmla="*/ 33 h 303"/>
                  <a:gd name="T4" fmla="*/ 118 w 184"/>
                  <a:gd name="T5" fmla="*/ 152 h 303"/>
                  <a:gd name="T6" fmla="*/ 0 w 184"/>
                  <a:gd name="T7" fmla="*/ 270 h 303"/>
                  <a:gd name="T8" fmla="*/ 33 w 184"/>
                  <a:gd name="T9" fmla="*/ 303 h 303"/>
                  <a:gd name="T10" fmla="*/ 184 w 184"/>
                  <a:gd name="T11" fmla="*/ 152 h 303"/>
                  <a:gd name="T12" fmla="*/ 33 w 184"/>
                  <a:gd name="T13" fmla="*/ 0 h 3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84" h="303">
                    <a:moveTo>
                      <a:pt x="33" y="0"/>
                    </a:moveTo>
                    <a:lnTo>
                      <a:pt x="0" y="33"/>
                    </a:lnTo>
                    <a:lnTo>
                      <a:pt x="118" y="152"/>
                    </a:lnTo>
                    <a:lnTo>
                      <a:pt x="0" y="270"/>
                    </a:lnTo>
                    <a:lnTo>
                      <a:pt x="33" y="303"/>
                    </a:lnTo>
                    <a:lnTo>
                      <a:pt x="184" y="152"/>
                    </a:lnTo>
                    <a:lnTo>
                      <a:pt x="33" y="0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0960" tIns="30480" rIns="60960" bIns="3048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4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9FC7A3A0-DAC6-3E2A-7703-F56F008DE619}"/>
              </a:ext>
            </a:extLst>
          </p:cNvPr>
          <p:cNvGrpSpPr/>
          <p:nvPr/>
        </p:nvGrpSpPr>
        <p:grpSpPr>
          <a:xfrm>
            <a:off x="4888183" y="3600257"/>
            <a:ext cx="6479787" cy="609600"/>
            <a:chOff x="5452481" y="3738384"/>
            <a:chExt cx="6479787" cy="609600"/>
          </a:xfrm>
        </p:grpSpPr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95308C5C-7B35-8651-0A22-3BE5336BFF28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5452481" y="3789075"/>
              <a:ext cx="487680" cy="487680"/>
              <a:chOff x="6416676" y="3908425"/>
              <a:chExt cx="960438" cy="960438"/>
            </a:xfrm>
            <a:solidFill>
              <a:schemeClr val="accent4"/>
            </a:solidFill>
          </p:grpSpPr>
          <p:sp>
            <p:nvSpPr>
              <p:cNvPr id="40" name="Freeform 306">
                <a:extLst>
                  <a:ext uri="{FF2B5EF4-FFF2-40B4-BE49-F238E27FC236}">
                    <a16:creationId xmlns:a16="http://schemas.microsoft.com/office/drawing/2014/main" id="{D4BF8235-DDEC-C5DD-C177-EDA9B2BFD81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416676" y="3908425"/>
                <a:ext cx="960438" cy="960438"/>
              </a:xfrm>
              <a:custGeom>
                <a:avLst/>
                <a:gdLst>
                  <a:gd name="T0" fmla="*/ 128 w 256"/>
                  <a:gd name="T1" fmla="*/ 0 h 256"/>
                  <a:gd name="T2" fmla="*/ 0 w 256"/>
                  <a:gd name="T3" fmla="*/ 128 h 256"/>
                  <a:gd name="T4" fmla="*/ 128 w 256"/>
                  <a:gd name="T5" fmla="*/ 256 h 256"/>
                  <a:gd name="T6" fmla="*/ 256 w 256"/>
                  <a:gd name="T7" fmla="*/ 128 h 256"/>
                  <a:gd name="T8" fmla="*/ 128 w 256"/>
                  <a:gd name="T9" fmla="*/ 0 h 256"/>
                  <a:gd name="T10" fmla="*/ 128 w 256"/>
                  <a:gd name="T11" fmla="*/ 244 h 256"/>
                  <a:gd name="T12" fmla="*/ 12 w 256"/>
                  <a:gd name="T13" fmla="*/ 128 h 256"/>
                  <a:gd name="T14" fmla="*/ 128 w 256"/>
                  <a:gd name="T15" fmla="*/ 12 h 256"/>
                  <a:gd name="T16" fmla="*/ 244 w 256"/>
                  <a:gd name="T17" fmla="*/ 128 h 256"/>
                  <a:gd name="T18" fmla="*/ 128 w 256"/>
                  <a:gd name="T19" fmla="*/ 244 h 2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56" h="256">
                    <a:moveTo>
                      <a:pt x="128" y="0"/>
                    </a:moveTo>
                    <a:cubicBezTo>
                      <a:pt x="57" y="0"/>
                      <a:pt x="0" y="57"/>
                      <a:pt x="0" y="128"/>
                    </a:cubicBezTo>
                    <a:cubicBezTo>
                      <a:pt x="0" y="199"/>
                      <a:pt x="57" y="256"/>
                      <a:pt x="128" y="256"/>
                    </a:cubicBezTo>
                    <a:cubicBezTo>
                      <a:pt x="199" y="256"/>
                      <a:pt x="256" y="199"/>
                      <a:pt x="256" y="128"/>
                    </a:cubicBezTo>
                    <a:cubicBezTo>
                      <a:pt x="256" y="57"/>
                      <a:pt x="199" y="0"/>
                      <a:pt x="128" y="0"/>
                    </a:cubicBezTo>
                    <a:close/>
                    <a:moveTo>
                      <a:pt x="128" y="244"/>
                    </a:moveTo>
                    <a:cubicBezTo>
                      <a:pt x="64" y="244"/>
                      <a:pt x="12" y="192"/>
                      <a:pt x="12" y="128"/>
                    </a:cubicBezTo>
                    <a:cubicBezTo>
                      <a:pt x="12" y="64"/>
                      <a:pt x="64" y="12"/>
                      <a:pt x="128" y="12"/>
                    </a:cubicBezTo>
                    <a:cubicBezTo>
                      <a:pt x="192" y="12"/>
                      <a:pt x="244" y="64"/>
                      <a:pt x="244" y="128"/>
                    </a:cubicBezTo>
                    <a:cubicBezTo>
                      <a:pt x="244" y="192"/>
                      <a:pt x="192" y="244"/>
                      <a:pt x="128" y="24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0960" tIns="30480" rIns="60960" bIns="3048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4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1" name="Freeform 409">
                <a:extLst>
                  <a:ext uri="{FF2B5EF4-FFF2-40B4-BE49-F238E27FC236}">
                    <a16:creationId xmlns:a16="http://schemas.microsoft.com/office/drawing/2014/main" id="{9E5BB845-A73A-032B-60A5-AABD8DEC30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77038" y="4148138"/>
                <a:ext cx="292100" cy="481013"/>
              </a:xfrm>
              <a:custGeom>
                <a:avLst/>
                <a:gdLst>
                  <a:gd name="T0" fmla="*/ 33 w 184"/>
                  <a:gd name="T1" fmla="*/ 0 h 303"/>
                  <a:gd name="T2" fmla="*/ 0 w 184"/>
                  <a:gd name="T3" fmla="*/ 33 h 303"/>
                  <a:gd name="T4" fmla="*/ 118 w 184"/>
                  <a:gd name="T5" fmla="*/ 152 h 303"/>
                  <a:gd name="T6" fmla="*/ 0 w 184"/>
                  <a:gd name="T7" fmla="*/ 270 h 303"/>
                  <a:gd name="T8" fmla="*/ 33 w 184"/>
                  <a:gd name="T9" fmla="*/ 303 h 303"/>
                  <a:gd name="T10" fmla="*/ 184 w 184"/>
                  <a:gd name="T11" fmla="*/ 152 h 303"/>
                  <a:gd name="T12" fmla="*/ 33 w 184"/>
                  <a:gd name="T13" fmla="*/ 0 h 3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84" h="303">
                    <a:moveTo>
                      <a:pt x="33" y="0"/>
                    </a:moveTo>
                    <a:lnTo>
                      <a:pt x="0" y="33"/>
                    </a:lnTo>
                    <a:lnTo>
                      <a:pt x="118" y="152"/>
                    </a:lnTo>
                    <a:lnTo>
                      <a:pt x="0" y="270"/>
                    </a:lnTo>
                    <a:lnTo>
                      <a:pt x="33" y="303"/>
                    </a:lnTo>
                    <a:lnTo>
                      <a:pt x="184" y="152"/>
                    </a:lnTo>
                    <a:lnTo>
                      <a:pt x="33" y="0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0960" tIns="30480" rIns="60960" bIns="3048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4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14" name="Text Placeholder 8">
              <a:extLst>
                <a:ext uri="{FF2B5EF4-FFF2-40B4-BE49-F238E27FC236}">
                  <a16:creationId xmlns:a16="http://schemas.microsoft.com/office/drawing/2014/main" id="{D640D459-E80D-65C0-AE5D-C07FDDE95668}"/>
                </a:ext>
              </a:extLst>
            </p:cNvPr>
            <p:cNvSpPr txBox="1">
              <a:spLocks/>
            </p:cNvSpPr>
            <p:nvPr/>
          </p:nvSpPr>
          <p:spPr>
            <a:xfrm>
              <a:off x="6126399" y="3738384"/>
              <a:ext cx="5805869" cy="609600"/>
            </a:xfrm>
            <a:prstGeom prst="rect">
              <a:avLst/>
            </a:prstGeom>
          </p:spPr>
          <p:txBody>
            <a:bodyPr anchor="ctr" anchorCtr="0"/>
            <a:lstStyle>
              <a:lvl1pPr marL="342900" indent="-342900" algn="l" defTabSz="1371600" rtl="0" eaLnBrk="1" latinLnBrk="0" hangingPunct="1">
                <a:lnSpc>
                  <a:spcPct val="90000"/>
                </a:lnSpc>
                <a:spcBef>
                  <a:spcPts val="1500"/>
                </a:spcBef>
                <a:buFont typeface="Arial" panose="020B0604020202020204" pitchFamily="34" charset="0"/>
                <a:buChar char="•"/>
                <a:defRPr sz="4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0287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7145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3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4003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0861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7719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44577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51435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8293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>
                <a:buNone/>
                <a:defRPr/>
              </a:pPr>
              <a:r>
                <a:rPr lang="en-IN" sz="28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j-lt"/>
                </a:rPr>
                <a:t>Architecture - ASO</a:t>
              </a:r>
              <a:endParaRPr lang="id-ID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endParaRP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FE3DF4C1-00EE-8A15-0DE2-48E4F5A6CB32}"/>
              </a:ext>
            </a:extLst>
          </p:cNvPr>
          <p:cNvGrpSpPr/>
          <p:nvPr/>
        </p:nvGrpSpPr>
        <p:grpSpPr>
          <a:xfrm>
            <a:off x="4896139" y="4451722"/>
            <a:ext cx="6471830" cy="622648"/>
            <a:chOff x="5478274" y="4345516"/>
            <a:chExt cx="6471830" cy="622648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F270650B-9582-DFE3-A2B9-E9D0D498B29C}"/>
                </a:ext>
              </a:extLst>
            </p:cNvPr>
            <p:cNvGrpSpPr/>
            <p:nvPr/>
          </p:nvGrpSpPr>
          <p:grpSpPr>
            <a:xfrm>
              <a:off x="5478274" y="4345516"/>
              <a:ext cx="6264013" cy="609600"/>
              <a:chOff x="5478274" y="4526277"/>
              <a:chExt cx="6264013" cy="609600"/>
            </a:xfrm>
          </p:grpSpPr>
          <p:grpSp>
            <p:nvGrpSpPr>
              <p:cNvPr id="43" name="Group 42">
                <a:extLst>
                  <a:ext uri="{FF2B5EF4-FFF2-40B4-BE49-F238E27FC236}">
                    <a16:creationId xmlns:a16="http://schemas.microsoft.com/office/drawing/2014/main" id="{0F00456C-0D23-44C4-8D47-9F378927CCC5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5478274" y="4579638"/>
                <a:ext cx="487680" cy="487680"/>
                <a:chOff x="6416676" y="3908425"/>
                <a:chExt cx="960438" cy="960438"/>
              </a:xfrm>
              <a:solidFill>
                <a:schemeClr val="accent4"/>
              </a:solidFill>
            </p:grpSpPr>
            <p:sp>
              <p:nvSpPr>
                <p:cNvPr id="44" name="Freeform 306">
                  <a:extLst>
                    <a:ext uri="{FF2B5EF4-FFF2-40B4-BE49-F238E27FC236}">
                      <a16:creationId xmlns:a16="http://schemas.microsoft.com/office/drawing/2014/main" id="{D4587734-9BD2-10B8-CDA0-7DFD2BD48873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416676" y="3908425"/>
                  <a:ext cx="960438" cy="960438"/>
                </a:xfrm>
                <a:custGeom>
                  <a:avLst/>
                  <a:gdLst>
                    <a:gd name="T0" fmla="*/ 128 w 256"/>
                    <a:gd name="T1" fmla="*/ 0 h 256"/>
                    <a:gd name="T2" fmla="*/ 0 w 256"/>
                    <a:gd name="T3" fmla="*/ 128 h 256"/>
                    <a:gd name="T4" fmla="*/ 128 w 256"/>
                    <a:gd name="T5" fmla="*/ 256 h 256"/>
                    <a:gd name="T6" fmla="*/ 256 w 256"/>
                    <a:gd name="T7" fmla="*/ 128 h 256"/>
                    <a:gd name="T8" fmla="*/ 128 w 256"/>
                    <a:gd name="T9" fmla="*/ 0 h 256"/>
                    <a:gd name="T10" fmla="*/ 128 w 256"/>
                    <a:gd name="T11" fmla="*/ 244 h 256"/>
                    <a:gd name="T12" fmla="*/ 12 w 256"/>
                    <a:gd name="T13" fmla="*/ 128 h 256"/>
                    <a:gd name="T14" fmla="*/ 128 w 256"/>
                    <a:gd name="T15" fmla="*/ 12 h 256"/>
                    <a:gd name="T16" fmla="*/ 244 w 256"/>
                    <a:gd name="T17" fmla="*/ 128 h 256"/>
                    <a:gd name="T18" fmla="*/ 128 w 256"/>
                    <a:gd name="T19" fmla="*/ 244 h 25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56" h="256">
                      <a:moveTo>
                        <a:pt x="128" y="0"/>
                      </a:moveTo>
                      <a:cubicBezTo>
                        <a:pt x="57" y="0"/>
                        <a:pt x="0" y="57"/>
                        <a:pt x="0" y="128"/>
                      </a:cubicBezTo>
                      <a:cubicBezTo>
                        <a:pt x="0" y="199"/>
                        <a:pt x="57" y="256"/>
                        <a:pt x="128" y="256"/>
                      </a:cubicBezTo>
                      <a:cubicBezTo>
                        <a:pt x="199" y="256"/>
                        <a:pt x="256" y="199"/>
                        <a:pt x="256" y="128"/>
                      </a:cubicBezTo>
                      <a:cubicBezTo>
                        <a:pt x="256" y="57"/>
                        <a:pt x="199" y="0"/>
                        <a:pt x="128" y="0"/>
                      </a:cubicBezTo>
                      <a:close/>
                      <a:moveTo>
                        <a:pt x="128" y="244"/>
                      </a:moveTo>
                      <a:cubicBezTo>
                        <a:pt x="64" y="244"/>
                        <a:pt x="12" y="192"/>
                        <a:pt x="12" y="128"/>
                      </a:cubicBezTo>
                      <a:cubicBezTo>
                        <a:pt x="12" y="64"/>
                        <a:pt x="64" y="12"/>
                        <a:pt x="128" y="12"/>
                      </a:cubicBezTo>
                      <a:cubicBezTo>
                        <a:pt x="192" y="12"/>
                        <a:pt x="244" y="64"/>
                        <a:pt x="244" y="128"/>
                      </a:cubicBezTo>
                      <a:cubicBezTo>
                        <a:pt x="244" y="192"/>
                        <a:pt x="192" y="244"/>
                        <a:pt x="128" y="2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60960" tIns="30480" rIns="60960" bIns="3048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4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id-ID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68" name="Freeform 409">
                  <a:extLst>
                    <a:ext uri="{FF2B5EF4-FFF2-40B4-BE49-F238E27FC236}">
                      <a16:creationId xmlns:a16="http://schemas.microsoft.com/office/drawing/2014/main" id="{A1BCF981-0E66-C9A4-65E4-64B4AECB68F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777038" y="4148138"/>
                  <a:ext cx="292100" cy="481013"/>
                </a:xfrm>
                <a:custGeom>
                  <a:avLst/>
                  <a:gdLst>
                    <a:gd name="T0" fmla="*/ 33 w 184"/>
                    <a:gd name="T1" fmla="*/ 0 h 303"/>
                    <a:gd name="T2" fmla="*/ 0 w 184"/>
                    <a:gd name="T3" fmla="*/ 33 h 303"/>
                    <a:gd name="T4" fmla="*/ 118 w 184"/>
                    <a:gd name="T5" fmla="*/ 152 h 303"/>
                    <a:gd name="T6" fmla="*/ 0 w 184"/>
                    <a:gd name="T7" fmla="*/ 270 h 303"/>
                    <a:gd name="T8" fmla="*/ 33 w 184"/>
                    <a:gd name="T9" fmla="*/ 303 h 303"/>
                    <a:gd name="T10" fmla="*/ 184 w 184"/>
                    <a:gd name="T11" fmla="*/ 152 h 303"/>
                    <a:gd name="T12" fmla="*/ 33 w 184"/>
                    <a:gd name="T13" fmla="*/ 0 h 30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84" h="303">
                      <a:moveTo>
                        <a:pt x="33" y="0"/>
                      </a:moveTo>
                      <a:lnTo>
                        <a:pt x="0" y="33"/>
                      </a:lnTo>
                      <a:lnTo>
                        <a:pt x="118" y="152"/>
                      </a:lnTo>
                      <a:lnTo>
                        <a:pt x="0" y="270"/>
                      </a:lnTo>
                      <a:lnTo>
                        <a:pt x="33" y="303"/>
                      </a:lnTo>
                      <a:lnTo>
                        <a:pt x="184" y="152"/>
                      </a:lnTo>
                      <a:lnTo>
                        <a:pt x="33" y="0"/>
                      </a:lnTo>
                      <a:close/>
                    </a:path>
                  </a:pathLst>
                </a:custGeom>
                <a:solidFill>
                  <a:srgbClr val="007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60960" tIns="30480" rIns="60960" bIns="3048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4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id-ID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75" name="Text Placeholder 8">
                <a:extLst>
                  <a:ext uri="{FF2B5EF4-FFF2-40B4-BE49-F238E27FC236}">
                    <a16:creationId xmlns:a16="http://schemas.microsoft.com/office/drawing/2014/main" id="{29B5D3E2-A48D-F2D3-1219-22053ADC5E6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081332" y="4526277"/>
                <a:ext cx="5660955" cy="609600"/>
              </a:xfrm>
              <a:prstGeom prst="rect">
                <a:avLst/>
              </a:prstGeom>
            </p:spPr>
            <p:txBody>
              <a:bodyPr anchor="ctr" anchorCtr="0"/>
              <a:lstStyle>
                <a:lvl1pPr marL="342900" indent="-342900" algn="l" defTabSz="1371600" rtl="0" eaLnBrk="1" latinLnBrk="0" hangingPunct="1">
                  <a:lnSpc>
                    <a:spcPct val="90000"/>
                  </a:lnSpc>
                  <a:spcBef>
                    <a:spcPts val="1500"/>
                  </a:spcBef>
                  <a:buFont typeface="Arial" panose="020B0604020202020204" pitchFamily="34" charset="0"/>
                  <a:buChar char="•"/>
                  <a:defRPr sz="4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1028700" indent="-342900" algn="l" defTabSz="13716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714500" indent="-342900" algn="l" defTabSz="13716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 panose="020B0604020202020204" pitchFamily="34" charset="0"/>
                  <a:buChar char="•"/>
                  <a:defRPr sz="3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400300" indent="-342900" algn="l" defTabSz="13716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 panose="020B0604020202020204" pitchFamily="34" charset="0"/>
                  <a:buChar char="•"/>
                  <a:defRPr sz="27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3086100" indent="-342900" algn="l" defTabSz="13716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 panose="020B0604020202020204" pitchFamily="34" charset="0"/>
                  <a:buChar char="•"/>
                  <a:defRPr sz="27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3771900" indent="-342900" algn="l" defTabSz="13716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 panose="020B0604020202020204" pitchFamily="34" charset="0"/>
                  <a:buChar char="•"/>
                  <a:defRPr sz="27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4457700" indent="-342900" algn="l" defTabSz="13716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 panose="020B0604020202020204" pitchFamily="34" charset="0"/>
                  <a:buChar char="•"/>
                  <a:defRPr sz="27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5143500" indent="-342900" algn="l" defTabSz="13716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 panose="020B0604020202020204" pitchFamily="34" charset="0"/>
                  <a:buChar char="•"/>
                  <a:defRPr sz="27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5829300" indent="-342900" algn="l" defTabSz="13716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 panose="020B0604020202020204" pitchFamily="34" charset="0"/>
                  <a:buChar char="•"/>
                  <a:defRPr sz="27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>
                  <a:buNone/>
                  <a:defRPr/>
                </a:pPr>
                <a:endParaRPr kumimoji="0" lang="id-ID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65B0"/>
                  </a:solidFill>
                  <a:effectLst/>
                  <a:uLnTx/>
                  <a:uFillTx/>
                  <a:latin typeface="Raleway"/>
                  <a:ea typeface="+mn-ea"/>
                  <a:cs typeface="+mn-cs"/>
                </a:endParaRPr>
              </a:p>
            </p:txBody>
          </p:sp>
        </p:grpSp>
        <p:sp>
          <p:nvSpPr>
            <p:cNvPr id="15" name="Text Placeholder 8">
              <a:extLst>
                <a:ext uri="{FF2B5EF4-FFF2-40B4-BE49-F238E27FC236}">
                  <a16:creationId xmlns:a16="http://schemas.microsoft.com/office/drawing/2014/main" id="{0B71B3F9-03E9-64CD-4FEF-F6B153B39708}"/>
                </a:ext>
              </a:extLst>
            </p:cNvPr>
            <p:cNvSpPr txBox="1">
              <a:spLocks/>
            </p:cNvSpPr>
            <p:nvPr/>
          </p:nvSpPr>
          <p:spPr>
            <a:xfrm>
              <a:off x="6144235" y="4358564"/>
              <a:ext cx="5805869" cy="609600"/>
            </a:xfrm>
            <a:prstGeom prst="rect">
              <a:avLst/>
            </a:prstGeom>
          </p:spPr>
          <p:txBody>
            <a:bodyPr anchor="ctr" anchorCtr="0"/>
            <a:lstStyle>
              <a:lvl1pPr marL="342900" indent="-342900" algn="l" defTabSz="1371600" rtl="0" eaLnBrk="1" latinLnBrk="0" hangingPunct="1">
                <a:lnSpc>
                  <a:spcPct val="90000"/>
                </a:lnSpc>
                <a:spcBef>
                  <a:spcPts val="1500"/>
                </a:spcBef>
                <a:buFont typeface="Arial" panose="020B0604020202020204" pitchFamily="34" charset="0"/>
                <a:buChar char="•"/>
                <a:defRPr sz="4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0287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7145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3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4003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0861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7719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44577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51435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8293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>
                <a:buNone/>
                <a:defRPr/>
              </a:pPr>
              <a:r>
                <a:rPr lang="en-IN" sz="28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j-lt"/>
                </a:rPr>
                <a:t>Architecture - Crossplane</a:t>
              </a:r>
              <a:endParaRPr lang="id-ID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endParaRP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E1E5B337-CE0B-B0E7-2739-672BFE739592}"/>
              </a:ext>
            </a:extLst>
          </p:cNvPr>
          <p:cNvGrpSpPr/>
          <p:nvPr/>
        </p:nvGrpSpPr>
        <p:grpSpPr>
          <a:xfrm>
            <a:off x="4888183" y="5287533"/>
            <a:ext cx="6860793" cy="609600"/>
            <a:chOff x="5504872" y="5489430"/>
            <a:chExt cx="6860793" cy="609600"/>
          </a:xfrm>
        </p:grpSpPr>
        <p:grpSp>
          <p:nvGrpSpPr>
            <p:cNvPr id="72" name="Group 71">
              <a:extLst>
                <a:ext uri="{FF2B5EF4-FFF2-40B4-BE49-F238E27FC236}">
                  <a16:creationId xmlns:a16="http://schemas.microsoft.com/office/drawing/2014/main" id="{C68176B7-D68B-0ABC-F5DC-487252F5A99D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5504872" y="5534573"/>
              <a:ext cx="487680" cy="487680"/>
              <a:chOff x="6416676" y="3908425"/>
              <a:chExt cx="960438" cy="960438"/>
            </a:xfrm>
            <a:solidFill>
              <a:schemeClr val="accent4"/>
            </a:solidFill>
          </p:grpSpPr>
          <p:sp>
            <p:nvSpPr>
              <p:cNvPr id="73" name="Freeform 306">
                <a:extLst>
                  <a:ext uri="{FF2B5EF4-FFF2-40B4-BE49-F238E27FC236}">
                    <a16:creationId xmlns:a16="http://schemas.microsoft.com/office/drawing/2014/main" id="{D1E1FAC8-72E2-AE3E-8D87-3677ADEDF31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416676" y="3908425"/>
                <a:ext cx="960438" cy="960438"/>
              </a:xfrm>
              <a:custGeom>
                <a:avLst/>
                <a:gdLst>
                  <a:gd name="T0" fmla="*/ 128 w 256"/>
                  <a:gd name="T1" fmla="*/ 0 h 256"/>
                  <a:gd name="T2" fmla="*/ 0 w 256"/>
                  <a:gd name="T3" fmla="*/ 128 h 256"/>
                  <a:gd name="T4" fmla="*/ 128 w 256"/>
                  <a:gd name="T5" fmla="*/ 256 h 256"/>
                  <a:gd name="T6" fmla="*/ 256 w 256"/>
                  <a:gd name="T7" fmla="*/ 128 h 256"/>
                  <a:gd name="T8" fmla="*/ 128 w 256"/>
                  <a:gd name="T9" fmla="*/ 0 h 256"/>
                  <a:gd name="T10" fmla="*/ 128 w 256"/>
                  <a:gd name="T11" fmla="*/ 244 h 256"/>
                  <a:gd name="T12" fmla="*/ 12 w 256"/>
                  <a:gd name="T13" fmla="*/ 128 h 256"/>
                  <a:gd name="T14" fmla="*/ 128 w 256"/>
                  <a:gd name="T15" fmla="*/ 12 h 256"/>
                  <a:gd name="T16" fmla="*/ 244 w 256"/>
                  <a:gd name="T17" fmla="*/ 128 h 256"/>
                  <a:gd name="T18" fmla="*/ 128 w 256"/>
                  <a:gd name="T19" fmla="*/ 244 h 2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56" h="256">
                    <a:moveTo>
                      <a:pt x="128" y="0"/>
                    </a:moveTo>
                    <a:cubicBezTo>
                      <a:pt x="57" y="0"/>
                      <a:pt x="0" y="57"/>
                      <a:pt x="0" y="128"/>
                    </a:cubicBezTo>
                    <a:cubicBezTo>
                      <a:pt x="0" y="199"/>
                      <a:pt x="57" y="256"/>
                      <a:pt x="128" y="256"/>
                    </a:cubicBezTo>
                    <a:cubicBezTo>
                      <a:pt x="199" y="256"/>
                      <a:pt x="256" y="199"/>
                      <a:pt x="256" y="128"/>
                    </a:cubicBezTo>
                    <a:cubicBezTo>
                      <a:pt x="256" y="57"/>
                      <a:pt x="199" y="0"/>
                      <a:pt x="128" y="0"/>
                    </a:cubicBezTo>
                    <a:close/>
                    <a:moveTo>
                      <a:pt x="128" y="244"/>
                    </a:moveTo>
                    <a:cubicBezTo>
                      <a:pt x="64" y="244"/>
                      <a:pt x="12" y="192"/>
                      <a:pt x="12" y="128"/>
                    </a:cubicBezTo>
                    <a:cubicBezTo>
                      <a:pt x="12" y="64"/>
                      <a:pt x="64" y="12"/>
                      <a:pt x="128" y="12"/>
                    </a:cubicBezTo>
                    <a:cubicBezTo>
                      <a:pt x="192" y="12"/>
                      <a:pt x="244" y="64"/>
                      <a:pt x="244" y="128"/>
                    </a:cubicBezTo>
                    <a:cubicBezTo>
                      <a:pt x="244" y="192"/>
                      <a:pt x="192" y="244"/>
                      <a:pt x="128" y="24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0960" tIns="30480" rIns="60960" bIns="3048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4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74" name="Freeform 409">
                <a:extLst>
                  <a:ext uri="{FF2B5EF4-FFF2-40B4-BE49-F238E27FC236}">
                    <a16:creationId xmlns:a16="http://schemas.microsoft.com/office/drawing/2014/main" id="{39E82765-6B60-4CD3-3621-AAF3609BAE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77038" y="4148138"/>
                <a:ext cx="292100" cy="481013"/>
              </a:xfrm>
              <a:custGeom>
                <a:avLst/>
                <a:gdLst>
                  <a:gd name="T0" fmla="*/ 33 w 184"/>
                  <a:gd name="T1" fmla="*/ 0 h 303"/>
                  <a:gd name="T2" fmla="*/ 0 w 184"/>
                  <a:gd name="T3" fmla="*/ 33 h 303"/>
                  <a:gd name="T4" fmla="*/ 118 w 184"/>
                  <a:gd name="T5" fmla="*/ 152 h 303"/>
                  <a:gd name="T6" fmla="*/ 0 w 184"/>
                  <a:gd name="T7" fmla="*/ 270 h 303"/>
                  <a:gd name="T8" fmla="*/ 33 w 184"/>
                  <a:gd name="T9" fmla="*/ 303 h 303"/>
                  <a:gd name="T10" fmla="*/ 184 w 184"/>
                  <a:gd name="T11" fmla="*/ 152 h 303"/>
                  <a:gd name="T12" fmla="*/ 33 w 184"/>
                  <a:gd name="T13" fmla="*/ 0 h 3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84" h="303">
                    <a:moveTo>
                      <a:pt x="33" y="0"/>
                    </a:moveTo>
                    <a:lnTo>
                      <a:pt x="0" y="33"/>
                    </a:lnTo>
                    <a:lnTo>
                      <a:pt x="118" y="152"/>
                    </a:lnTo>
                    <a:lnTo>
                      <a:pt x="0" y="270"/>
                    </a:lnTo>
                    <a:lnTo>
                      <a:pt x="33" y="303"/>
                    </a:lnTo>
                    <a:lnTo>
                      <a:pt x="184" y="152"/>
                    </a:lnTo>
                    <a:lnTo>
                      <a:pt x="33" y="0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0960" tIns="30480" rIns="60960" bIns="3048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4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46" name="Text Placeholder 8">
              <a:extLst>
                <a:ext uri="{FF2B5EF4-FFF2-40B4-BE49-F238E27FC236}">
                  <a16:creationId xmlns:a16="http://schemas.microsoft.com/office/drawing/2014/main" id="{831BECE3-7CBD-1889-F296-89694AE2D33D}"/>
                </a:ext>
              </a:extLst>
            </p:cNvPr>
            <p:cNvSpPr txBox="1">
              <a:spLocks/>
            </p:cNvSpPr>
            <p:nvPr/>
          </p:nvSpPr>
          <p:spPr>
            <a:xfrm>
              <a:off x="6184998" y="5489430"/>
              <a:ext cx="6180667" cy="609600"/>
            </a:xfrm>
            <a:prstGeom prst="rect">
              <a:avLst/>
            </a:prstGeom>
          </p:spPr>
          <p:txBody>
            <a:bodyPr anchor="ctr" anchorCtr="0"/>
            <a:lstStyle>
              <a:lvl1pPr marL="342900" indent="-342900" algn="l" defTabSz="1371600" rtl="0" eaLnBrk="1" latinLnBrk="0" hangingPunct="1">
                <a:lnSpc>
                  <a:spcPct val="90000"/>
                </a:lnSpc>
                <a:spcBef>
                  <a:spcPts val="1500"/>
                </a:spcBef>
                <a:buFont typeface="Arial" panose="020B0604020202020204" pitchFamily="34" charset="0"/>
                <a:buChar char="•"/>
                <a:defRPr sz="4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0287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7145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3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4003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0861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7719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44577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51435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8293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>
                <a:buNone/>
                <a:defRPr/>
              </a:pPr>
              <a:r>
                <a:rPr lang="en-IN" sz="28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j-lt"/>
                </a:rPr>
                <a:t>Decision Framework</a:t>
              </a:r>
              <a:endParaRPr lang="id-ID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endParaRPr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EBE8A055-351E-019B-73CB-DDABFA6E3C1D}"/>
              </a:ext>
            </a:extLst>
          </p:cNvPr>
          <p:cNvGrpSpPr/>
          <p:nvPr/>
        </p:nvGrpSpPr>
        <p:grpSpPr>
          <a:xfrm>
            <a:off x="4898816" y="6105208"/>
            <a:ext cx="6463783" cy="609600"/>
            <a:chOff x="5508410" y="6178905"/>
            <a:chExt cx="6463783" cy="609600"/>
          </a:xfrm>
        </p:grpSpPr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00B016BF-7DD3-A9E0-6A70-EE29D4E222B8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5508410" y="6239865"/>
              <a:ext cx="487680" cy="487680"/>
              <a:chOff x="6416676" y="3908425"/>
              <a:chExt cx="960438" cy="960438"/>
            </a:xfrm>
            <a:solidFill>
              <a:schemeClr val="accent4"/>
            </a:solidFill>
          </p:grpSpPr>
          <p:sp>
            <p:nvSpPr>
              <p:cNvPr id="51" name="Freeform 306">
                <a:extLst>
                  <a:ext uri="{FF2B5EF4-FFF2-40B4-BE49-F238E27FC236}">
                    <a16:creationId xmlns:a16="http://schemas.microsoft.com/office/drawing/2014/main" id="{87D378F1-CD39-2D0C-BC5F-57358BB6435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416676" y="3908425"/>
                <a:ext cx="960438" cy="960438"/>
              </a:xfrm>
              <a:custGeom>
                <a:avLst/>
                <a:gdLst>
                  <a:gd name="T0" fmla="*/ 128 w 256"/>
                  <a:gd name="T1" fmla="*/ 0 h 256"/>
                  <a:gd name="T2" fmla="*/ 0 w 256"/>
                  <a:gd name="T3" fmla="*/ 128 h 256"/>
                  <a:gd name="T4" fmla="*/ 128 w 256"/>
                  <a:gd name="T5" fmla="*/ 256 h 256"/>
                  <a:gd name="T6" fmla="*/ 256 w 256"/>
                  <a:gd name="T7" fmla="*/ 128 h 256"/>
                  <a:gd name="T8" fmla="*/ 128 w 256"/>
                  <a:gd name="T9" fmla="*/ 0 h 256"/>
                  <a:gd name="T10" fmla="*/ 128 w 256"/>
                  <a:gd name="T11" fmla="*/ 244 h 256"/>
                  <a:gd name="T12" fmla="*/ 12 w 256"/>
                  <a:gd name="T13" fmla="*/ 128 h 256"/>
                  <a:gd name="T14" fmla="*/ 128 w 256"/>
                  <a:gd name="T15" fmla="*/ 12 h 256"/>
                  <a:gd name="T16" fmla="*/ 244 w 256"/>
                  <a:gd name="T17" fmla="*/ 128 h 256"/>
                  <a:gd name="T18" fmla="*/ 128 w 256"/>
                  <a:gd name="T19" fmla="*/ 244 h 2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56" h="256">
                    <a:moveTo>
                      <a:pt x="128" y="0"/>
                    </a:moveTo>
                    <a:cubicBezTo>
                      <a:pt x="57" y="0"/>
                      <a:pt x="0" y="57"/>
                      <a:pt x="0" y="128"/>
                    </a:cubicBezTo>
                    <a:cubicBezTo>
                      <a:pt x="0" y="199"/>
                      <a:pt x="57" y="256"/>
                      <a:pt x="128" y="256"/>
                    </a:cubicBezTo>
                    <a:cubicBezTo>
                      <a:pt x="199" y="256"/>
                      <a:pt x="256" y="199"/>
                      <a:pt x="256" y="128"/>
                    </a:cubicBezTo>
                    <a:cubicBezTo>
                      <a:pt x="256" y="57"/>
                      <a:pt x="199" y="0"/>
                      <a:pt x="128" y="0"/>
                    </a:cubicBezTo>
                    <a:close/>
                    <a:moveTo>
                      <a:pt x="128" y="244"/>
                    </a:moveTo>
                    <a:cubicBezTo>
                      <a:pt x="64" y="244"/>
                      <a:pt x="12" y="192"/>
                      <a:pt x="12" y="128"/>
                    </a:cubicBezTo>
                    <a:cubicBezTo>
                      <a:pt x="12" y="64"/>
                      <a:pt x="64" y="12"/>
                      <a:pt x="128" y="12"/>
                    </a:cubicBezTo>
                    <a:cubicBezTo>
                      <a:pt x="192" y="12"/>
                      <a:pt x="244" y="64"/>
                      <a:pt x="244" y="128"/>
                    </a:cubicBezTo>
                    <a:cubicBezTo>
                      <a:pt x="244" y="192"/>
                      <a:pt x="192" y="244"/>
                      <a:pt x="128" y="24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0960" tIns="30480" rIns="60960" bIns="3048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4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2" name="Freeform 409">
                <a:extLst>
                  <a:ext uri="{FF2B5EF4-FFF2-40B4-BE49-F238E27FC236}">
                    <a16:creationId xmlns:a16="http://schemas.microsoft.com/office/drawing/2014/main" id="{DE0E96D1-1837-8986-C481-4F8606CC2B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77038" y="4148138"/>
                <a:ext cx="292100" cy="481013"/>
              </a:xfrm>
              <a:custGeom>
                <a:avLst/>
                <a:gdLst>
                  <a:gd name="T0" fmla="*/ 33 w 184"/>
                  <a:gd name="T1" fmla="*/ 0 h 303"/>
                  <a:gd name="T2" fmla="*/ 0 w 184"/>
                  <a:gd name="T3" fmla="*/ 33 h 303"/>
                  <a:gd name="T4" fmla="*/ 118 w 184"/>
                  <a:gd name="T5" fmla="*/ 152 h 303"/>
                  <a:gd name="T6" fmla="*/ 0 w 184"/>
                  <a:gd name="T7" fmla="*/ 270 h 303"/>
                  <a:gd name="T8" fmla="*/ 33 w 184"/>
                  <a:gd name="T9" fmla="*/ 303 h 303"/>
                  <a:gd name="T10" fmla="*/ 184 w 184"/>
                  <a:gd name="T11" fmla="*/ 152 h 303"/>
                  <a:gd name="T12" fmla="*/ 33 w 184"/>
                  <a:gd name="T13" fmla="*/ 0 h 3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84" h="303">
                    <a:moveTo>
                      <a:pt x="33" y="0"/>
                    </a:moveTo>
                    <a:lnTo>
                      <a:pt x="0" y="33"/>
                    </a:lnTo>
                    <a:lnTo>
                      <a:pt x="118" y="152"/>
                    </a:lnTo>
                    <a:lnTo>
                      <a:pt x="0" y="270"/>
                    </a:lnTo>
                    <a:lnTo>
                      <a:pt x="33" y="303"/>
                    </a:lnTo>
                    <a:lnTo>
                      <a:pt x="184" y="152"/>
                    </a:lnTo>
                    <a:lnTo>
                      <a:pt x="33" y="0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0960" tIns="30480" rIns="60960" bIns="3048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4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53" name="Text Placeholder 8">
              <a:extLst>
                <a:ext uri="{FF2B5EF4-FFF2-40B4-BE49-F238E27FC236}">
                  <a16:creationId xmlns:a16="http://schemas.microsoft.com/office/drawing/2014/main" id="{0C9E80D3-3370-9A75-0FB4-A30E40CE7933}"/>
                </a:ext>
              </a:extLst>
            </p:cNvPr>
            <p:cNvSpPr txBox="1">
              <a:spLocks/>
            </p:cNvSpPr>
            <p:nvPr/>
          </p:nvSpPr>
          <p:spPr>
            <a:xfrm>
              <a:off x="6166324" y="6178905"/>
              <a:ext cx="5805869" cy="609600"/>
            </a:xfrm>
            <a:prstGeom prst="rect">
              <a:avLst/>
            </a:prstGeom>
          </p:spPr>
          <p:txBody>
            <a:bodyPr anchor="ctr" anchorCtr="0"/>
            <a:lstStyle>
              <a:lvl1pPr marL="342900" indent="-342900" algn="l" defTabSz="1371600" rtl="0" eaLnBrk="1" latinLnBrk="0" hangingPunct="1">
                <a:lnSpc>
                  <a:spcPct val="90000"/>
                </a:lnSpc>
                <a:spcBef>
                  <a:spcPts val="1500"/>
                </a:spcBef>
                <a:buFont typeface="Arial" panose="020B0604020202020204" pitchFamily="34" charset="0"/>
                <a:buChar char="•"/>
                <a:defRPr sz="4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0287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7145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3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4003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0861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7719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44577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51435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8293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>
                <a:buNone/>
                <a:defRPr/>
              </a:pPr>
              <a:r>
                <a:rPr lang="en-IN" sz="28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j-lt"/>
                </a:rPr>
                <a:t>Demo</a:t>
              </a:r>
              <a:endParaRPr lang="id-ID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202711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A49FB6-AC46-3B01-03CB-C8F254DB38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2863436B-755D-8721-0A29-F82D235E6405}"/>
              </a:ext>
            </a:extLst>
          </p:cNvPr>
          <p:cNvGrpSpPr/>
          <p:nvPr/>
        </p:nvGrpSpPr>
        <p:grpSpPr>
          <a:xfrm>
            <a:off x="4646120" y="240621"/>
            <a:ext cx="7145387" cy="632530"/>
            <a:chOff x="4646120" y="240621"/>
            <a:chExt cx="7145387" cy="632530"/>
          </a:xfrm>
        </p:grpSpPr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EC81CFA1-C8C6-A65F-5AD4-EF9479CC305C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646120" y="240621"/>
              <a:ext cx="609600" cy="609600"/>
              <a:chOff x="7680960" y="617220"/>
              <a:chExt cx="1097280" cy="1097280"/>
            </a:xfrm>
          </p:grpSpPr>
          <p:grpSp>
            <p:nvGrpSpPr>
              <p:cNvPr id="46" name="Group 45">
                <a:extLst>
                  <a:ext uri="{FF2B5EF4-FFF2-40B4-BE49-F238E27FC236}">
                    <a16:creationId xmlns:a16="http://schemas.microsoft.com/office/drawing/2014/main" id="{84FB4058-C33F-937E-8F41-3B28A61D8BDA}"/>
                  </a:ext>
                </a:extLst>
              </p:cNvPr>
              <p:cNvGrpSpPr/>
              <p:nvPr/>
            </p:nvGrpSpPr>
            <p:grpSpPr>
              <a:xfrm>
                <a:off x="7680960" y="617220"/>
                <a:ext cx="1097280" cy="1097280"/>
                <a:chOff x="8366760" y="2720340"/>
                <a:chExt cx="1097280" cy="1097280"/>
              </a:xfrm>
            </p:grpSpPr>
            <p:sp>
              <p:nvSpPr>
                <p:cNvPr id="51" name="Oval 50">
                  <a:extLst>
                    <a:ext uri="{FF2B5EF4-FFF2-40B4-BE49-F238E27FC236}">
                      <a16:creationId xmlns:a16="http://schemas.microsoft.com/office/drawing/2014/main" id="{4779E2C2-B740-CDA0-C636-4DEFA6FE4114}"/>
                    </a:ext>
                  </a:extLst>
                </p:cNvPr>
                <p:cNvSpPr>
                  <a:spLocks noChangeAspect="1"/>
                </p:cNvSpPr>
                <p:nvPr userDrawn="1"/>
              </p:nvSpPr>
              <p:spPr>
                <a:xfrm>
                  <a:off x="8366760" y="2720340"/>
                  <a:ext cx="1097280" cy="1097280"/>
                </a:xfrm>
                <a:prstGeom prst="ellipse">
                  <a:avLst/>
                </a:prstGeom>
                <a:solidFill>
                  <a:schemeClr val="accent5"/>
                </a:solidFill>
                <a:ln w="1905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4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id-ID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52" name="Oval 51">
                  <a:extLst>
                    <a:ext uri="{FF2B5EF4-FFF2-40B4-BE49-F238E27FC236}">
                      <a16:creationId xmlns:a16="http://schemas.microsoft.com/office/drawing/2014/main" id="{169AFA60-8D15-28D0-9EE3-4C446ABD7934}"/>
                    </a:ext>
                  </a:extLst>
                </p:cNvPr>
                <p:cNvSpPr>
                  <a:spLocks noChangeAspect="1"/>
                </p:cNvSpPr>
                <p:nvPr userDrawn="1"/>
              </p:nvSpPr>
              <p:spPr>
                <a:xfrm>
                  <a:off x="8412480" y="2766060"/>
                  <a:ext cx="1005840" cy="1005840"/>
                </a:xfrm>
                <a:prstGeom prst="ellipse">
                  <a:avLst/>
                </a:prstGeom>
                <a:solidFill>
                  <a:schemeClr val="accent6"/>
                </a:solidFill>
                <a:ln w="1524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4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id-ID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53" name="Oval 52">
                  <a:extLst>
                    <a:ext uri="{FF2B5EF4-FFF2-40B4-BE49-F238E27FC236}">
                      <a16:creationId xmlns:a16="http://schemas.microsoft.com/office/drawing/2014/main" id="{96786229-4CCE-6F4C-AD63-A1D780F2B6A7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8458200" y="2811780"/>
                  <a:ext cx="914400" cy="914400"/>
                </a:xfrm>
                <a:prstGeom prst="ellipse">
                  <a:avLst/>
                </a:prstGeom>
                <a:solidFill>
                  <a:schemeClr val="accent3"/>
                </a:solidFill>
                <a:ln w="1524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4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id-ID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47" name="Group 46">
                <a:extLst>
                  <a:ext uri="{FF2B5EF4-FFF2-40B4-BE49-F238E27FC236}">
                    <a16:creationId xmlns:a16="http://schemas.microsoft.com/office/drawing/2014/main" id="{39CCFBE5-763F-D710-E663-E6C059BCC061}"/>
                  </a:ext>
                </a:extLst>
              </p:cNvPr>
              <p:cNvGrpSpPr/>
              <p:nvPr userDrawn="1"/>
            </p:nvGrpSpPr>
            <p:grpSpPr>
              <a:xfrm>
                <a:off x="7978775" y="913447"/>
                <a:ext cx="479425" cy="481013"/>
                <a:chOff x="17164051" y="1144588"/>
                <a:chExt cx="479425" cy="481013"/>
              </a:xfrm>
              <a:solidFill>
                <a:schemeClr val="bg1"/>
              </a:solidFill>
            </p:grpSpPr>
            <p:sp>
              <p:nvSpPr>
                <p:cNvPr id="48" name="Freeform 252">
                  <a:extLst>
                    <a:ext uri="{FF2B5EF4-FFF2-40B4-BE49-F238E27FC236}">
                      <a16:creationId xmlns:a16="http://schemas.microsoft.com/office/drawing/2014/main" id="{1CF36E04-8DAB-F86F-4AA7-244A7BA21A5C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7164051" y="1144588"/>
                  <a:ext cx="479425" cy="481013"/>
                </a:xfrm>
                <a:custGeom>
                  <a:avLst/>
                  <a:gdLst>
                    <a:gd name="T0" fmla="*/ 124 w 128"/>
                    <a:gd name="T1" fmla="*/ 107 h 128"/>
                    <a:gd name="T2" fmla="*/ 57 w 128"/>
                    <a:gd name="T3" fmla="*/ 40 h 128"/>
                    <a:gd name="T4" fmla="*/ 59 w 128"/>
                    <a:gd name="T5" fmla="*/ 29 h 128"/>
                    <a:gd name="T6" fmla="*/ 29 w 128"/>
                    <a:gd name="T7" fmla="*/ 0 h 128"/>
                    <a:gd name="T8" fmla="*/ 22 w 128"/>
                    <a:gd name="T9" fmla="*/ 1 h 128"/>
                    <a:gd name="T10" fmla="*/ 39 w 128"/>
                    <a:gd name="T11" fmla="*/ 18 h 128"/>
                    <a:gd name="T12" fmla="*/ 34 w 128"/>
                    <a:gd name="T13" fmla="*/ 34 h 128"/>
                    <a:gd name="T14" fmla="*/ 19 w 128"/>
                    <a:gd name="T15" fmla="*/ 39 h 128"/>
                    <a:gd name="T16" fmla="*/ 19 w 128"/>
                    <a:gd name="T17" fmla="*/ 39 h 128"/>
                    <a:gd name="T18" fmla="*/ 1 w 128"/>
                    <a:gd name="T19" fmla="*/ 22 h 128"/>
                    <a:gd name="T20" fmla="*/ 0 w 128"/>
                    <a:gd name="T21" fmla="*/ 29 h 128"/>
                    <a:gd name="T22" fmla="*/ 29 w 128"/>
                    <a:gd name="T23" fmla="*/ 59 h 128"/>
                    <a:gd name="T24" fmla="*/ 40 w 128"/>
                    <a:gd name="T25" fmla="*/ 57 h 128"/>
                    <a:gd name="T26" fmla="*/ 107 w 128"/>
                    <a:gd name="T27" fmla="*/ 124 h 128"/>
                    <a:gd name="T28" fmla="*/ 116 w 128"/>
                    <a:gd name="T29" fmla="*/ 128 h 128"/>
                    <a:gd name="T30" fmla="*/ 128 w 128"/>
                    <a:gd name="T31" fmla="*/ 116 h 128"/>
                    <a:gd name="T32" fmla="*/ 124 w 128"/>
                    <a:gd name="T33" fmla="*/ 107 h 128"/>
                    <a:gd name="T34" fmla="*/ 116 w 128"/>
                    <a:gd name="T35" fmla="*/ 121 h 128"/>
                    <a:gd name="T36" fmla="*/ 111 w 128"/>
                    <a:gd name="T37" fmla="*/ 116 h 128"/>
                    <a:gd name="T38" fmla="*/ 116 w 128"/>
                    <a:gd name="T39" fmla="*/ 111 h 128"/>
                    <a:gd name="T40" fmla="*/ 121 w 128"/>
                    <a:gd name="T41" fmla="*/ 116 h 128"/>
                    <a:gd name="T42" fmla="*/ 116 w 128"/>
                    <a:gd name="T43" fmla="*/ 121 h 1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</a:cxnLst>
                  <a:rect l="0" t="0" r="r" b="b"/>
                  <a:pathLst>
                    <a:path w="128" h="128">
                      <a:moveTo>
                        <a:pt x="124" y="107"/>
                      </a:moveTo>
                      <a:cubicBezTo>
                        <a:pt x="57" y="40"/>
                        <a:pt x="57" y="40"/>
                        <a:pt x="57" y="40"/>
                      </a:cubicBezTo>
                      <a:cubicBezTo>
                        <a:pt x="58" y="36"/>
                        <a:pt x="59" y="33"/>
                        <a:pt x="59" y="29"/>
                      </a:cubicBezTo>
                      <a:cubicBezTo>
                        <a:pt x="59" y="13"/>
                        <a:pt x="46" y="0"/>
                        <a:pt x="29" y="0"/>
                      </a:cubicBezTo>
                      <a:cubicBezTo>
                        <a:pt x="27" y="0"/>
                        <a:pt x="24" y="0"/>
                        <a:pt x="22" y="1"/>
                      </a:cubicBezTo>
                      <a:cubicBezTo>
                        <a:pt x="39" y="18"/>
                        <a:pt x="39" y="18"/>
                        <a:pt x="39" y="18"/>
                      </a:cubicBezTo>
                      <a:cubicBezTo>
                        <a:pt x="42" y="21"/>
                        <a:pt x="40" y="28"/>
                        <a:pt x="34" y="34"/>
                      </a:cubicBezTo>
                      <a:cubicBezTo>
                        <a:pt x="28" y="40"/>
                        <a:pt x="21" y="42"/>
                        <a:pt x="19" y="39"/>
                      </a:cubicBezTo>
                      <a:cubicBezTo>
                        <a:pt x="19" y="39"/>
                        <a:pt x="19" y="39"/>
                        <a:pt x="19" y="39"/>
                      </a:cubicBezTo>
                      <a:cubicBezTo>
                        <a:pt x="1" y="22"/>
                        <a:pt x="1" y="22"/>
                        <a:pt x="1" y="22"/>
                      </a:cubicBezTo>
                      <a:cubicBezTo>
                        <a:pt x="0" y="24"/>
                        <a:pt x="0" y="27"/>
                        <a:pt x="0" y="29"/>
                      </a:cubicBezTo>
                      <a:cubicBezTo>
                        <a:pt x="0" y="46"/>
                        <a:pt x="13" y="59"/>
                        <a:pt x="29" y="59"/>
                      </a:cubicBezTo>
                      <a:cubicBezTo>
                        <a:pt x="33" y="59"/>
                        <a:pt x="36" y="58"/>
                        <a:pt x="40" y="57"/>
                      </a:cubicBezTo>
                      <a:cubicBezTo>
                        <a:pt x="107" y="124"/>
                        <a:pt x="107" y="124"/>
                        <a:pt x="107" y="124"/>
                      </a:cubicBezTo>
                      <a:cubicBezTo>
                        <a:pt x="109" y="127"/>
                        <a:pt x="112" y="128"/>
                        <a:pt x="116" y="128"/>
                      </a:cubicBezTo>
                      <a:cubicBezTo>
                        <a:pt x="122" y="128"/>
                        <a:pt x="128" y="122"/>
                        <a:pt x="128" y="116"/>
                      </a:cubicBezTo>
                      <a:cubicBezTo>
                        <a:pt x="128" y="112"/>
                        <a:pt x="127" y="109"/>
                        <a:pt x="124" y="107"/>
                      </a:cubicBezTo>
                      <a:close/>
                      <a:moveTo>
                        <a:pt x="116" y="121"/>
                      </a:moveTo>
                      <a:cubicBezTo>
                        <a:pt x="113" y="121"/>
                        <a:pt x="111" y="118"/>
                        <a:pt x="111" y="116"/>
                      </a:cubicBezTo>
                      <a:cubicBezTo>
                        <a:pt x="111" y="113"/>
                        <a:pt x="113" y="111"/>
                        <a:pt x="116" y="111"/>
                      </a:cubicBezTo>
                      <a:cubicBezTo>
                        <a:pt x="118" y="111"/>
                        <a:pt x="121" y="113"/>
                        <a:pt x="121" y="116"/>
                      </a:cubicBezTo>
                      <a:cubicBezTo>
                        <a:pt x="121" y="118"/>
                        <a:pt x="118" y="121"/>
                        <a:pt x="116" y="12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60960" tIns="30480" rIns="60960" bIns="3048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4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id-ID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49" name="Freeform 253">
                  <a:extLst>
                    <a:ext uri="{FF2B5EF4-FFF2-40B4-BE49-F238E27FC236}">
                      <a16:creationId xmlns:a16="http://schemas.microsoft.com/office/drawing/2014/main" id="{39A5818A-8215-079B-84CD-DB474C2B916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433926" y="1144588"/>
                  <a:ext cx="209550" cy="211138"/>
                </a:xfrm>
                <a:custGeom>
                  <a:avLst/>
                  <a:gdLst>
                    <a:gd name="T0" fmla="*/ 30 w 56"/>
                    <a:gd name="T1" fmla="*/ 15 h 56"/>
                    <a:gd name="T2" fmla="*/ 34 w 56"/>
                    <a:gd name="T3" fmla="*/ 19 h 56"/>
                    <a:gd name="T4" fmla="*/ 8 w 56"/>
                    <a:gd name="T5" fmla="*/ 44 h 56"/>
                    <a:gd name="T6" fmla="*/ 12 w 56"/>
                    <a:gd name="T7" fmla="*/ 48 h 56"/>
                    <a:gd name="T8" fmla="*/ 37 w 56"/>
                    <a:gd name="T9" fmla="*/ 23 h 56"/>
                    <a:gd name="T10" fmla="*/ 41 w 56"/>
                    <a:gd name="T11" fmla="*/ 26 h 56"/>
                    <a:gd name="T12" fmla="*/ 16 w 56"/>
                    <a:gd name="T13" fmla="*/ 52 h 56"/>
                    <a:gd name="T14" fmla="*/ 20 w 56"/>
                    <a:gd name="T15" fmla="*/ 56 h 56"/>
                    <a:gd name="T16" fmla="*/ 52 w 56"/>
                    <a:gd name="T17" fmla="*/ 25 h 56"/>
                    <a:gd name="T18" fmla="*/ 52 w 56"/>
                    <a:gd name="T19" fmla="*/ 25 h 56"/>
                    <a:gd name="T20" fmla="*/ 56 w 56"/>
                    <a:gd name="T21" fmla="*/ 15 h 56"/>
                    <a:gd name="T22" fmla="*/ 41 w 56"/>
                    <a:gd name="T23" fmla="*/ 0 h 56"/>
                    <a:gd name="T24" fmla="*/ 31 w 56"/>
                    <a:gd name="T25" fmla="*/ 4 h 56"/>
                    <a:gd name="T26" fmla="*/ 0 w 56"/>
                    <a:gd name="T27" fmla="*/ 36 h 56"/>
                    <a:gd name="T28" fmla="*/ 4 w 56"/>
                    <a:gd name="T29" fmla="*/ 40 h 56"/>
                    <a:gd name="T30" fmla="*/ 30 w 56"/>
                    <a:gd name="T31" fmla="*/ 15 h 5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</a:cxnLst>
                  <a:rect l="0" t="0" r="r" b="b"/>
                  <a:pathLst>
                    <a:path w="56" h="56">
                      <a:moveTo>
                        <a:pt x="30" y="15"/>
                      </a:moveTo>
                      <a:cubicBezTo>
                        <a:pt x="34" y="19"/>
                        <a:pt x="34" y="19"/>
                        <a:pt x="34" y="19"/>
                      </a:cubicBezTo>
                      <a:cubicBezTo>
                        <a:pt x="8" y="44"/>
                        <a:pt x="8" y="44"/>
                        <a:pt x="8" y="44"/>
                      </a:cubicBezTo>
                      <a:cubicBezTo>
                        <a:pt x="12" y="48"/>
                        <a:pt x="12" y="48"/>
                        <a:pt x="12" y="48"/>
                      </a:cubicBezTo>
                      <a:cubicBezTo>
                        <a:pt x="37" y="23"/>
                        <a:pt x="37" y="23"/>
                        <a:pt x="37" y="23"/>
                      </a:cubicBezTo>
                      <a:cubicBezTo>
                        <a:pt x="41" y="26"/>
                        <a:pt x="41" y="26"/>
                        <a:pt x="41" y="26"/>
                      </a:cubicBezTo>
                      <a:cubicBezTo>
                        <a:pt x="16" y="52"/>
                        <a:pt x="16" y="52"/>
                        <a:pt x="16" y="52"/>
                      </a:cubicBezTo>
                      <a:cubicBezTo>
                        <a:pt x="20" y="56"/>
                        <a:pt x="20" y="56"/>
                        <a:pt x="20" y="56"/>
                      </a:cubicBezTo>
                      <a:cubicBezTo>
                        <a:pt x="52" y="25"/>
                        <a:pt x="52" y="25"/>
                        <a:pt x="52" y="25"/>
                      </a:cubicBezTo>
                      <a:cubicBezTo>
                        <a:pt x="52" y="25"/>
                        <a:pt x="52" y="25"/>
                        <a:pt x="52" y="25"/>
                      </a:cubicBezTo>
                      <a:cubicBezTo>
                        <a:pt x="54" y="22"/>
                        <a:pt x="56" y="19"/>
                        <a:pt x="56" y="15"/>
                      </a:cubicBezTo>
                      <a:cubicBezTo>
                        <a:pt x="56" y="7"/>
                        <a:pt x="49" y="0"/>
                        <a:pt x="41" y="0"/>
                      </a:cubicBezTo>
                      <a:cubicBezTo>
                        <a:pt x="37" y="0"/>
                        <a:pt x="34" y="2"/>
                        <a:pt x="31" y="4"/>
                      </a:cubicBezTo>
                      <a:cubicBezTo>
                        <a:pt x="0" y="36"/>
                        <a:pt x="0" y="36"/>
                        <a:pt x="0" y="36"/>
                      </a:cubicBezTo>
                      <a:cubicBezTo>
                        <a:pt x="4" y="40"/>
                        <a:pt x="4" y="40"/>
                        <a:pt x="4" y="40"/>
                      </a:cubicBezTo>
                      <a:lnTo>
                        <a:pt x="30" y="15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60960" tIns="30480" rIns="60960" bIns="3048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4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id-ID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50" name="Freeform 254">
                  <a:extLst>
                    <a:ext uri="{FF2B5EF4-FFF2-40B4-BE49-F238E27FC236}">
                      <a16:creationId xmlns:a16="http://schemas.microsoft.com/office/drawing/2014/main" id="{48158604-6B83-A452-D233-562DC440E15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164051" y="1438275"/>
                  <a:ext cx="182563" cy="187325"/>
                </a:xfrm>
                <a:custGeom>
                  <a:avLst/>
                  <a:gdLst>
                    <a:gd name="T0" fmla="*/ 42 w 115"/>
                    <a:gd name="T1" fmla="*/ 59 h 118"/>
                    <a:gd name="T2" fmla="*/ 26 w 115"/>
                    <a:gd name="T3" fmla="*/ 59 h 118"/>
                    <a:gd name="T4" fmla="*/ 0 w 115"/>
                    <a:gd name="T5" fmla="*/ 101 h 118"/>
                    <a:gd name="T6" fmla="*/ 16 w 115"/>
                    <a:gd name="T7" fmla="*/ 118 h 118"/>
                    <a:gd name="T8" fmla="*/ 16 w 115"/>
                    <a:gd name="T9" fmla="*/ 118 h 118"/>
                    <a:gd name="T10" fmla="*/ 16 w 115"/>
                    <a:gd name="T11" fmla="*/ 118 h 118"/>
                    <a:gd name="T12" fmla="*/ 59 w 115"/>
                    <a:gd name="T13" fmla="*/ 92 h 118"/>
                    <a:gd name="T14" fmla="*/ 61 w 115"/>
                    <a:gd name="T15" fmla="*/ 73 h 118"/>
                    <a:gd name="T16" fmla="*/ 115 w 115"/>
                    <a:gd name="T17" fmla="*/ 16 h 118"/>
                    <a:gd name="T18" fmla="*/ 101 w 115"/>
                    <a:gd name="T19" fmla="*/ 0 h 118"/>
                    <a:gd name="T20" fmla="*/ 42 w 115"/>
                    <a:gd name="T21" fmla="*/ 59 h 1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115" h="118">
                      <a:moveTo>
                        <a:pt x="42" y="59"/>
                      </a:moveTo>
                      <a:lnTo>
                        <a:pt x="26" y="59"/>
                      </a:lnTo>
                      <a:lnTo>
                        <a:pt x="0" y="101"/>
                      </a:lnTo>
                      <a:lnTo>
                        <a:pt x="16" y="118"/>
                      </a:lnTo>
                      <a:lnTo>
                        <a:pt x="16" y="118"/>
                      </a:lnTo>
                      <a:lnTo>
                        <a:pt x="16" y="118"/>
                      </a:lnTo>
                      <a:lnTo>
                        <a:pt x="59" y="92"/>
                      </a:lnTo>
                      <a:lnTo>
                        <a:pt x="61" y="73"/>
                      </a:lnTo>
                      <a:lnTo>
                        <a:pt x="115" y="16"/>
                      </a:lnTo>
                      <a:lnTo>
                        <a:pt x="101" y="0"/>
                      </a:lnTo>
                      <a:lnTo>
                        <a:pt x="42" y="59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60960" tIns="30480" rIns="60960" bIns="3048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4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id-ID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</p:grpSp>
        <p:sp>
          <p:nvSpPr>
            <p:cNvPr id="79" name="Text Placeholder 8">
              <a:extLst>
                <a:ext uri="{FF2B5EF4-FFF2-40B4-BE49-F238E27FC236}">
                  <a16:creationId xmlns:a16="http://schemas.microsoft.com/office/drawing/2014/main" id="{DC949793-2F4B-D738-0831-6D800DD88568}"/>
                </a:ext>
              </a:extLst>
            </p:cNvPr>
            <p:cNvSpPr txBox="1">
              <a:spLocks/>
            </p:cNvSpPr>
            <p:nvPr/>
          </p:nvSpPr>
          <p:spPr>
            <a:xfrm>
              <a:off x="5370373" y="263551"/>
              <a:ext cx="6421134" cy="609600"/>
            </a:xfrm>
            <a:prstGeom prst="rect">
              <a:avLst/>
            </a:prstGeom>
          </p:spPr>
          <p:txBody>
            <a:bodyPr anchor="ctr" anchorCtr="0"/>
            <a:lstStyle>
              <a:lvl1pPr marL="342900" indent="-342900" algn="l" defTabSz="1371600" rtl="0" eaLnBrk="1" latinLnBrk="0" hangingPunct="1">
                <a:lnSpc>
                  <a:spcPct val="90000"/>
                </a:lnSpc>
                <a:spcBef>
                  <a:spcPts val="1500"/>
                </a:spcBef>
                <a:buFont typeface="Arial" panose="020B0604020202020204" pitchFamily="34" charset="0"/>
                <a:buChar char="•"/>
                <a:defRPr sz="4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0287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7145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3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4003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0861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7719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44577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51435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8293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>
                <a:buNone/>
                <a:defRPr/>
              </a:pPr>
              <a:r>
                <a:rPr lang="en-US" sz="3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j-lt"/>
                </a:rPr>
                <a:t>Presentation Storyline</a:t>
              </a:r>
              <a:endParaRPr lang="id-ID" sz="3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endParaRPr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28B888D5-03BC-441B-450E-193B671CBA65}"/>
              </a:ext>
            </a:extLst>
          </p:cNvPr>
          <p:cNvSpPr/>
          <p:nvPr/>
        </p:nvSpPr>
        <p:spPr>
          <a:xfrm>
            <a:off x="5606473" y="6528823"/>
            <a:ext cx="1237673" cy="3338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CH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85722B19-7A94-A902-B106-34A175CD6EED}"/>
              </a:ext>
            </a:extLst>
          </p:cNvPr>
          <p:cNvSpPr txBox="1">
            <a:spLocks/>
          </p:cNvSpPr>
          <p:nvPr/>
        </p:nvSpPr>
        <p:spPr>
          <a:xfrm>
            <a:off x="6176024" y="4827769"/>
            <a:ext cx="3376819" cy="609600"/>
          </a:xfrm>
          <a:prstGeom prst="rect">
            <a:avLst/>
          </a:prstGeom>
        </p:spPr>
        <p:txBody>
          <a:bodyPr anchor="ctr" anchorCtr="0"/>
          <a:lstStyle>
            <a:lvl1pPr marL="342900" indent="-342900" algn="l" defTabSz="1371600" rtl="0" eaLnBrk="1" latinLnBrk="0" hangingPunct="1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Char char="•"/>
              <a:defRPr sz="4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28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14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00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861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7719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457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143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829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371600" rtl="0" eaLnBrk="1" fontAlgn="auto" latinLnBrk="0" hangingPunct="1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id-ID" sz="2133" b="1" i="0" u="none" strike="noStrike" kern="1200" cap="none" spc="0" normalizeH="0" baseline="0" noProof="0" dirty="0">
              <a:ln>
                <a:noFill/>
              </a:ln>
              <a:solidFill>
                <a:srgbClr val="0065B0"/>
              </a:solidFill>
              <a:effectLst/>
              <a:uLnTx/>
              <a:uFillTx/>
              <a:latin typeface="Raleway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D3F7B9-6145-DE8A-06F1-87A1D34372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083" y="1340247"/>
            <a:ext cx="11267074" cy="4817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2813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E5F8F3-D47A-386C-E6F8-3FE504DFA9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D3C8F38F-22EC-A54D-F790-37B8251A9B86}"/>
              </a:ext>
            </a:extLst>
          </p:cNvPr>
          <p:cNvGrpSpPr/>
          <p:nvPr/>
        </p:nvGrpSpPr>
        <p:grpSpPr>
          <a:xfrm>
            <a:off x="4646120" y="240621"/>
            <a:ext cx="7145387" cy="632530"/>
            <a:chOff x="4646120" y="240621"/>
            <a:chExt cx="7145387" cy="632530"/>
          </a:xfrm>
        </p:grpSpPr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03765036-691C-2A5D-DDFD-34F93E4CB455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646120" y="240621"/>
              <a:ext cx="609600" cy="609600"/>
              <a:chOff x="7680960" y="617220"/>
              <a:chExt cx="1097280" cy="1097280"/>
            </a:xfrm>
          </p:grpSpPr>
          <p:grpSp>
            <p:nvGrpSpPr>
              <p:cNvPr id="46" name="Group 45">
                <a:extLst>
                  <a:ext uri="{FF2B5EF4-FFF2-40B4-BE49-F238E27FC236}">
                    <a16:creationId xmlns:a16="http://schemas.microsoft.com/office/drawing/2014/main" id="{FD585F74-9F7A-8856-4CBD-8D3FC2B6F5BF}"/>
                  </a:ext>
                </a:extLst>
              </p:cNvPr>
              <p:cNvGrpSpPr/>
              <p:nvPr/>
            </p:nvGrpSpPr>
            <p:grpSpPr>
              <a:xfrm>
                <a:off x="7680960" y="617220"/>
                <a:ext cx="1097280" cy="1097280"/>
                <a:chOff x="8366760" y="2720340"/>
                <a:chExt cx="1097280" cy="1097280"/>
              </a:xfrm>
            </p:grpSpPr>
            <p:sp>
              <p:nvSpPr>
                <p:cNvPr id="51" name="Oval 50">
                  <a:extLst>
                    <a:ext uri="{FF2B5EF4-FFF2-40B4-BE49-F238E27FC236}">
                      <a16:creationId xmlns:a16="http://schemas.microsoft.com/office/drawing/2014/main" id="{B472F4FA-3329-A25D-8356-C7B7F8808901}"/>
                    </a:ext>
                  </a:extLst>
                </p:cNvPr>
                <p:cNvSpPr>
                  <a:spLocks noChangeAspect="1"/>
                </p:cNvSpPr>
                <p:nvPr userDrawn="1"/>
              </p:nvSpPr>
              <p:spPr>
                <a:xfrm>
                  <a:off x="8366760" y="2720340"/>
                  <a:ext cx="1097280" cy="1097280"/>
                </a:xfrm>
                <a:prstGeom prst="ellipse">
                  <a:avLst/>
                </a:prstGeom>
                <a:solidFill>
                  <a:schemeClr val="accent5"/>
                </a:solidFill>
                <a:ln w="1905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4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id-ID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52" name="Oval 51">
                  <a:extLst>
                    <a:ext uri="{FF2B5EF4-FFF2-40B4-BE49-F238E27FC236}">
                      <a16:creationId xmlns:a16="http://schemas.microsoft.com/office/drawing/2014/main" id="{4656B049-AA42-528B-8957-B2745A6512D6}"/>
                    </a:ext>
                  </a:extLst>
                </p:cNvPr>
                <p:cNvSpPr>
                  <a:spLocks noChangeAspect="1"/>
                </p:cNvSpPr>
                <p:nvPr userDrawn="1"/>
              </p:nvSpPr>
              <p:spPr>
                <a:xfrm>
                  <a:off x="8412480" y="2766060"/>
                  <a:ext cx="1005840" cy="1005840"/>
                </a:xfrm>
                <a:prstGeom prst="ellipse">
                  <a:avLst/>
                </a:prstGeom>
                <a:solidFill>
                  <a:schemeClr val="accent6"/>
                </a:solidFill>
                <a:ln w="1524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4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id-ID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53" name="Oval 52">
                  <a:extLst>
                    <a:ext uri="{FF2B5EF4-FFF2-40B4-BE49-F238E27FC236}">
                      <a16:creationId xmlns:a16="http://schemas.microsoft.com/office/drawing/2014/main" id="{3D6D736D-ECF3-C062-1C29-725E63440D48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8458200" y="2811780"/>
                  <a:ext cx="914400" cy="914400"/>
                </a:xfrm>
                <a:prstGeom prst="ellipse">
                  <a:avLst/>
                </a:prstGeom>
                <a:solidFill>
                  <a:schemeClr val="accent3"/>
                </a:solidFill>
                <a:ln w="1524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4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id-ID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47" name="Group 46">
                <a:extLst>
                  <a:ext uri="{FF2B5EF4-FFF2-40B4-BE49-F238E27FC236}">
                    <a16:creationId xmlns:a16="http://schemas.microsoft.com/office/drawing/2014/main" id="{D4F77297-CA2E-4715-4DA7-549D4778A08E}"/>
                  </a:ext>
                </a:extLst>
              </p:cNvPr>
              <p:cNvGrpSpPr/>
              <p:nvPr userDrawn="1"/>
            </p:nvGrpSpPr>
            <p:grpSpPr>
              <a:xfrm>
                <a:off x="7978775" y="913447"/>
                <a:ext cx="479425" cy="481013"/>
                <a:chOff x="17164051" y="1144588"/>
                <a:chExt cx="479425" cy="481013"/>
              </a:xfrm>
              <a:solidFill>
                <a:schemeClr val="bg1"/>
              </a:solidFill>
            </p:grpSpPr>
            <p:sp>
              <p:nvSpPr>
                <p:cNvPr id="48" name="Freeform 252">
                  <a:extLst>
                    <a:ext uri="{FF2B5EF4-FFF2-40B4-BE49-F238E27FC236}">
                      <a16:creationId xmlns:a16="http://schemas.microsoft.com/office/drawing/2014/main" id="{8228DDCF-68A8-BABF-FD5C-304FB2E5A60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7164051" y="1144588"/>
                  <a:ext cx="479425" cy="481013"/>
                </a:xfrm>
                <a:custGeom>
                  <a:avLst/>
                  <a:gdLst>
                    <a:gd name="T0" fmla="*/ 124 w 128"/>
                    <a:gd name="T1" fmla="*/ 107 h 128"/>
                    <a:gd name="T2" fmla="*/ 57 w 128"/>
                    <a:gd name="T3" fmla="*/ 40 h 128"/>
                    <a:gd name="T4" fmla="*/ 59 w 128"/>
                    <a:gd name="T5" fmla="*/ 29 h 128"/>
                    <a:gd name="T6" fmla="*/ 29 w 128"/>
                    <a:gd name="T7" fmla="*/ 0 h 128"/>
                    <a:gd name="T8" fmla="*/ 22 w 128"/>
                    <a:gd name="T9" fmla="*/ 1 h 128"/>
                    <a:gd name="T10" fmla="*/ 39 w 128"/>
                    <a:gd name="T11" fmla="*/ 18 h 128"/>
                    <a:gd name="T12" fmla="*/ 34 w 128"/>
                    <a:gd name="T13" fmla="*/ 34 h 128"/>
                    <a:gd name="T14" fmla="*/ 19 w 128"/>
                    <a:gd name="T15" fmla="*/ 39 h 128"/>
                    <a:gd name="T16" fmla="*/ 19 w 128"/>
                    <a:gd name="T17" fmla="*/ 39 h 128"/>
                    <a:gd name="T18" fmla="*/ 1 w 128"/>
                    <a:gd name="T19" fmla="*/ 22 h 128"/>
                    <a:gd name="T20" fmla="*/ 0 w 128"/>
                    <a:gd name="T21" fmla="*/ 29 h 128"/>
                    <a:gd name="T22" fmla="*/ 29 w 128"/>
                    <a:gd name="T23" fmla="*/ 59 h 128"/>
                    <a:gd name="T24" fmla="*/ 40 w 128"/>
                    <a:gd name="T25" fmla="*/ 57 h 128"/>
                    <a:gd name="T26" fmla="*/ 107 w 128"/>
                    <a:gd name="T27" fmla="*/ 124 h 128"/>
                    <a:gd name="T28" fmla="*/ 116 w 128"/>
                    <a:gd name="T29" fmla="*/ 128 h 128"/>
                    <a:gd name="T30" fmla="*/ 128 w 128"/>
                    <a:gd name="T31" fmla="*/ 116 h 128"/>
                    <a:gd name="T32" fmla="*/ 124 w 128"/>
                    <a:gd name="T33" fmla="*/ 107 h 128"/>
                    <a:gd name="T34" fmla="*/ 116 w 128"/>
                    <a:gd name="T35" fmla="*/ 121 h 128"/>
                    <a:gd name="T36" fmla="*/ 111 w 128"/>
                    <a:gd name="T37" fmla="*/ 116 h 128"/>
                    <a:gd name="T38" fmla="*/ 116 w 128"/>
                    <a:gd name="T39" fmla="*/ 111 h 128"/>
                    <a:gd name="T40" fmla="*/ 121 w 128"/>
                    <a:gd name="T41" fmla="*/ 116 h 128"/>
                    <a:gd name="T42" fmla="*/ 116 w 128"/>
                    <a:gd name="T43" fmla="*/ 121 h 1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</a:cxnLst>
                  <a:rect l="0" t="0" r="r" b="b"/>
                  <a:pathLst>
                    <a:path w="128" h="128">
                      <a:moveTo>
                        <a:pt x="124" y="107"/>
                      </a:moveTo>
                      <a:cubicBezTo>
                        <a:pt x="57" y="40"/>
                        <a:pt x="57" y="40"/>
                        <a:pt x="57" y="40"/>
                      </a:cubicBezTo>
                      <a:cubicBezTo>
                        <a:pt x="58" y="36"/>
                        <a:pt x="59" y="33"/>
                        <a:pt x="59" y="29"/>
                      </a:cubicBezTo>
                      <a:cubicBezTo>
                        <a:pt x="59" y="13"/>
                        <a:pt x="46" y="0"/>
                        <a:pt x="29" y="0"/>
                      </a:cubicBezTo>
                      <a:cubicBezTo>
                        <a:pt x="27" y="0"/>
                        <a:pt x="24" y="0"/>
                        <a:pt x="22" y="1"/>
                      </a:cubicBezTo>
                      <a:cubicBezTo>
                        <a:pt x="39" y="18"/>
                        <a:pt x="39" y="18"/>
                        <a:pt x="39" y="18"/>
                      </a:cubicBezTo>
                      <a:cubicBezTo>
                        <a:pt x="42" y="21"/>
                        <a:pt x="40" y="28"/>
                        <a:pt x="34" y="34"/>
                      </a:cubicBezTo>
                      <a:cubicBezTo>
                        <a:pt x="28" y="40"/>
                        <a:pt x="21" y="42"/>
                        <a:pt x="19" y="39"/>
                      </a:cubicBezTo>
                      <a:cubicBezTo>
                        <a:pt x="19" y="39"/>
                        <a:pt x="19" y="39"/>
                        <a:pt x="19" y="39"/>
                      </a:cubicBezTo>
                      <a:cubicBezTo>
                        <a:pt x="1" y="22"/>
                        <a:pt x="1" y="22"/>
                        <a:pt x="1" y="22"/>
                      </a:cubicBezTo>
                      <a:cubicBezTo>
                        <a:pt x="0" y="24"/>
                        <a:pt x="0" y="27"/>
                        <a:pt x="0" y="29"/>
                      </a:cubicBezTo>
                      <a:cubicBezTo>
                        <a:pt x="0" y="46"/>
                        <a:pt x="13" y="59"/>
                        <a:pt x="29" y="59"/>
                      </a:cubicBezTo>
                      <a:cubicBezTo>
                        <a:pt x="33" y="59"/>
                        <a:pt x="36" y="58"/>
                        <a:pt x="40" y="57"/>
                      </a:cubicBezTo>
                      <a:cubicBezTo>
                        <a:pt x="107" y="124"/>
                        <a:pt x="107" y="124"/>
                        <a:pt x="107" y="124"/>
                      </a:cubicBezTo>
                      <a:cubicBezTo>
                        <a:pt x="109" y="127"/>
                        <a:pt x="112" y="128"/>
                        <a:pt x="116" y="128"/>
                      </a:cubicBezTo>
                      <a:cubicBezTo>
                        <a:pt x="122" y="128"/>
                        <a:pt x="128" y="122"/>
                        <a:pt x="128" y="116"/>
                      </a:cubicBezTo>
                      <a:cubicBezTo>
                        <a:pt x="128" y="112"/>
                        <a:pt x="127" y="109"/>
                        <a:pt x="124" y="107"/>
                      </a:cubicBezTo>
                      <a:close/>
                      <a:moveTo>
                        <a:pt x="116" y="121"/>
                      </a:moveTo>
                      <a:cubicBezTo>
                        <a:pt x="113" y="121"/>
                        <a:pt x="111" y="118"/>
                        <a:pt x="111" y="116"/>
                      </a:cubicBezTo>
                      <a:cubicBezTo>
                        <a:pt x="111" y="113"/>
                        <a:pt x="113" y="111"/>
                        <a:pt x="116" y="111"/>
                      </a:cubicBezTo>
                      <a:cubicBezTo>
                        <a:pt x="118" y="111"/>
                        <a:pt x="121" y="113"/>
                        <a:pt x="121" y="116"/>
                      </a:cubicBezTo>
                      <a:cubicBezTo>
                        <a:pt x="121" y="118"/>
                        <a:pt x="118" y="121"/>
                        <a:pt x="116" y="12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60960" tIns="30480" rIns="60960" bIns="3048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4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id-ID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49" name="Freeform 253">
                  <a:extLst>
                    <a:ext uri="{FF2B5EF4-FFF2-40B4-BE49-F238E27FC236}">
                      <a16:creationId xmlns:a16="http://schemas.microsoft.com/office/drawing/2014/main" id="{4A0F88F5-52FF-F880-26A0-12FC6521637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433926" y="1144588"/>
                  <a:ext cx="209550" cy="211138"/>
                </a:xfrm>
                <a:custGeom>
                  <a:avLst/>
                  <a:gdLst>
                    <a:gd name="T0" fmla="*/ 30 w 56"/>
                    <a:gd name="T1" fmla="*/ 15 h 56"/>
                    <a:gd name="T2" fmla="*/ 34 w 56"/>
                    <a:gd name="T3" fmla="*/ 19 h 56"/>
                    <a:gd name="T4" fmla="*/ 8 w 56"/>
                    <a:gd name="T5" fmla="*/ 44 h 56"/>
                    <a:gd name="T6" fmla="*/ 12 w 56"/>
                    <a:gd name="T7" fmla="*/ 48 h 56"/>
                    <a:gd name="T8" fmla="*/ 37 w 56"/>
                    <a:gd name="T9" fmla="*/ 23 h 56"/>
                    <a:gd name="T10" fmla="*/ 41 w 56"/>
                    <a:gd name="T11" fmla="*/ 26 h 56"/>
                    <a:gd name="T12" fmla="*/ 16 w 56"/>
                    <a:gd name="T13" fmla="*/ 52 h 56"/>
                    <a:gd name="T14" fmla="*/ 20 w 56"/>
                    <a:gd name="T15" fmla="*/ 56 h 56"/>
                    <a:gd name="T16" fmla="*/ 52 w 56"/>
                    <a:gd name="T17" fmla="*/ 25 h 56"/>
                    <a:gd name="T18" fmla="*/ 52 w 56"/>
                    <a:gd name="T19" fmla="*/ 25 h 56"/>
                    <a:gd name="T20" fmla="*/ 56 w 56"/>
                    <a:gd name="T21" fmla="*/ 15 h 56"/>
                    <a:gd name="T22" fmla="*/ 41 w 56"/>
                    <a:gd name="T23" fmla="*/ 0 h 56"/>
                    <a:gd name="T24" fmla="*/ 31 w 56"/>
                    <a:gd name="T25" fmla="*/ 4 h 56"/>
                    <a:gd name="T26" fmla="*/ 0 w 56"/>
                    <a:gd name="T27" fmla="*/ 36 h 56"/>
                    <a:gd name="T28" fmla="*/ 4 w 56"/>
                    <a:gd name="T29" fmla="*/ 40 h 56"/>
                    <a:gd name="T30" fmla="*/ 30 w 56"/>
                    <a:gd name="T31" fmla="*/ 15 h 5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</a:cxnLst>
                  <a:rect l="0" t="0" r="r" b="b"/>
                  <a:pathLst>
                    <a:path w="56" h="56">
                      <a:moveTo>
                        <a:pt x="30" y="15"/>
                      </a:moveTo>
                      <a:cubicBezTo>
                        <a:pt x="34" y="19"/>
                        <a:pt x="34" y="19"/>
                        <a:pt x="34" y="19"/>
                      </a:cubicBezTo>
                      <a:cubicBezTo>
                        <a:pt x="8" y="44"/>
                        <a:pt x="8" y="44"/>
                        <a:pt x="8" y="44"/>
                      </a:cubicBezTo>
                      <a:cubicBezTo>
                        <a:pt x="12" y="48"/>
                        <a:pt x="12" y="48"/>
                        <a:pt x="12" y="48"/>
                      </a:cubicBezTo>
                      <a:cubicBezTo>
                        <a:pt x="37" y="23"/>
                        <a:pt x="37" y="23"/>
                        <a:pt x="37" y="23"/>
                      </a:cubicBezTo>
                      <a:cubicBezTo>
                        <a:pt x="41" y="26"/>
                        <a:pt x="41" y="26"/>
                        <a:pt x="41" y="26"/>
                      </a:cubicBezTo>
                      <a:cubicBezTo>
                        <a:pt x="16" y="52"/>
                        <a:pt x="16" y="52"/>
                        <a:pt x="16" y="52"/>
                      </a:cubicBezTo>
                      <a:cubicBezTo>
                        <a:pt x="20" y="56"/>
                        <a:pt x="20" y="56"/>
                        <a:pt x="20" y="56"/>
                      </a:cubicBezTo>
                      <a:cubicBezTo>
                        <a:pt x="52" y="25"/>
                        <a:pt x="52" y="25"/>
                        <a:pt x="52" y="25"/>
                      </a:cubicBezTo>
                      <a:cubicBezTo>
                        <a:pt x="52" y="25"/>
                        <a:pt x="52" y="25"/>
                        <a:pt x="52" y="25"/>
                      </a:cubicBezTo>
                      <a:cubicBezTo>
                        <a:pt x="54" y="22"/>
                        <a:pt x="56" y="19"/>
                        <a:pt x="56" y="15"/>
                      </a:cubicBezTo>
                      <a:cubicBezTo>
                        <a:pt x="56" y="7"/>
                        <a:pt x="49" y="0"/>
                        <a:pt x="41" y="0"/>
                      </a:cubicBezTo>
                      <a:cubicBezTo>
                        <a:pt x="37" y="0"/>
                        <a:pt x="34" y="2"/>
                        <a:pt x="31" y="4"/>
                      </a:cubicBezTo>
                      <a:cubicBezTo>
                        <a:pt x="0" y="36"/>
                        <a:pt x="0" y="36"/>
                        <a:pt x="0" y="36"/>
                      </a:cubicBezTo>
                      <a:cubicBezTo>
                        <a:pt x="4" y="40"/>
                        <a:pt x="4" y="40"/>
                        <a:pt x="4" y="40"/>
                      </a:cubicBezTo>
                      <a:lnTo>
                        <a:pt x="30" y="15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60960" tIns="30480" rIns="60960" bIns="3048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4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id-ID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50" name="Freeform 254">
                  <a:extLst>
                    <a:ext uri="{FF2B5EF4-FFF2-40B4-BE49-F238E27FC236}">
                      <a16:creationId xmlns:a16="http://schemas.microsoft.com/office/drawing/2014/main" id="{156614F6-AECC-C06F-C874-FB328C3F497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164051" y="1438275"/>
                  <a:ext cx="182563" cy="187325"/>
                </a:xfrm>
                <a:custGeom>
                  <a:avLst/>
                  <a:gdLst>
                    <a:gd name="T0" fmla="*/ 42 w 115"/>
                    <a:gd name="T1" fmla="*/ 59 h 118"/>
                    <a:gd name="T2" fmla="*/ 26 w 115"/>
                    <a:gd name="T3" fmla="*/ 59 h 118"/>
                    <a:gd name="T4" fmla="*/ 0 w 115"/>
                    <a:gd name="T5" fmla="*/ 101 h 118"/>
                    <a:gd name="T6" fmla="*/ 16 w 115"/>
                    <a:gd name="T7" fmla="*/ 118 h 118"/>
                    <a:gd name="T8" fmla="*/ 16 w 115"/>
                    <a:gd name="T9" fmla="*/ 118 h 118"/>
                    <a:gd name="T10" fmla="*/ 16 w 115"/>
                    <a:gd name="T11" fmla="*/ 118 h 118"/>
                    <a:gd name="T12" fmla="*/ 59 w 115"/>
                    <a:gd name="T13" fmla="*/ 92 h 118"/>
                    <a:gd name="T14" fmla="*/ 61 w 115"/>
                    <a:gd name="T15" fmla="*/ 73 h 118"/>
                    <a:gd name="T16" fmla="*/ 115 w 115"/>
                    <a:gd name="T17" fmla="*/ 16 h 118"/>
                    <a:gd name="T18" fmla="*/ 101 w 115"/>
                    <a:gd name="T19" fmla="*/ 0 h 118"/>
                    <a:gd name="T20" fmla="*/ 42 w 115"/>
                    <a:gd name="T21" fmla="*/ 59 h 1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115" h="118">
                      <a:moveTo>
                        <a:pt x="42" y="59"/>
                      </a:moveTo>
                      <a:lnTo>
                        <a:pt x="26" y="59"/>
                      </a:lnTo>
                      <a:lnTo>
                        <a:pt x="0" y="101"/>
                      </a:lnTo>
                      <a:lnTo>
                        <a:pt x="16" y="118"/>
                      </a:lnTo>
                      <a:lnTo>
                        <a:pt x="16" y="118"/>
                      </a:lnTo>
                      <a:lnTo>
                        <a:pt x="16" y="118"/>
                      </a:lnTo>
                      <a:lnTo>
                        <a:pt x="59" y="92"/>
                      </a:lnTo>
                      <a:lnTo>
                        <a:pt x="61" y="73"/>
                      </a:lnTo>
                      <a:lnTo>
                        <a:pt x="115" y="16"/>
                      </a:lnTo>
                      <a:lnTo>
                        <a:pt x="101" y="0"/>
                      </a:lnTo>
                      <a:lnTo>
                        <a:pt x="42" y="59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60960" tIns="30480" rIns="60960" bIns="3048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4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id-ID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</p:grpSp>
        <p:sp>
          <p:nvSpPr>
            <p:cNvPr id="79" name="Text Placeholder 8">
              <a:extLst>
                <a:ext uri="{FF2B5EF4-FFF2-40B4-BE49-F238E27FC236}">
                  <a16:creationId xmlns:a16="http://schemas.microsoft.com/office/drawing/2014/main" id="{30A83FFD-5FF6-8464-77EB-B44D1E72B2E4}"/>
                </a:ext>
              </a:extLst>
            </p:cNvPr>
            <p:cNvSpPr txBox="1">
              <a:spLocks/>
            </p:cNvSpPr>
            <p:nvPr/>
          </p:nvSpPr>
          <p:spPr>
            <a:xfrm>
              <a:off x="5370373" y="263551"/>
              <a:ext cx="6421134" cy="609600"/>
            </a:xfrm>
            <a:prstGeom prst="rect">
              <a:avLst/>
            </a:prstGeom>
          </p:spPr>
          <p:txBody>
            <a:bodyPr anchor="ctr" anchorCtr="0"/>
            <a:lstStyle>
              <a:lvl1pPr marL="342900" indent="-342900" algn="l" defTabSz="1371600" rtl="0" eaLnBrk="1" latinLnBrk="0" hangingPunct="1">
                <a:lnSpc>
                  <a:spcPct val="90000"/>
                </a:lnSpc>
                <a:spcBef>
                  <a:spcPts val="1500"/>
                </a:spcBef>
                <a:buFont typeface="Arial" panose="020B0604020202020204" pitchFamily="34" charset="0"/>
                <a:buChar char="•"/>
                <a:defRPr sz="4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0287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7145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3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4003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0861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7719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44577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51435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8293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>
                <a:buNone/>
                <a:defRPr/>
              </a:pPr>
              <a:r>
                <a:rPr lang="en-US" sz="3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j-lt"/>
                </a:rPr>
                <a:t>Engineers Problem Statement</a:t>
              </a:r>
              <a:endParaRPr lang="id-ID" sz="3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endParaRPr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3AB8EBE6-B60B-474D-7A29-16A0E68025FD}"/>
              </a:ext>
            </a:extLst>
          </p:cNvPr>
          <p:cNvSpPr/>
          <p:nvPr/>
        </p:nvSpPr>
        <p:spPr>
          <a:xfrm>
            <a:off x="5606473" y="6528823"/>
            <a:ext cx="1237673" cy="3338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CH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4D81ADD3-B1E4-A9AB-2259-611CF2DBDF22}"/>
              </a:ext>
            </a:extLst>
          </p:cNvPr>
          <p:cNvSpPr txBox="1">
            <a:spLocks/>
          </p:cNvSpPr>
          <p:nvPr/>
        </p:nvSpPr>
        <p:spPr>
          <a:xfrm>
            <a:off x="6176024" y="4827769"/>
            <a:ext cx="3376819" cy="609600"/>
          </a:xfrm>
          <a:prstGeom prst="rect">
            <a:avLst/>
          </a:prstGeom>
        </p:spPr>
        <p:txBody>
          <a:bodyPr anchor="ctr" anchorCtr="0"/>
          <a:lstStyle>
            <a:lvl1pPr marL="342900" indent="-342900" algn="l" defTabSz="1371600" rtl="0" eaLnBrk="1" latinLnBrk="0" hangingPunct="1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Char char="•"/>
              <a:defRPr sz="4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28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14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00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861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7719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457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143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829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371600" rtl="0" eaLnBrk="1" fontAlgn="auto" latinLnBrk="0" hangingPunct="1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id-ID" sz="2133" b="1" i="0" u="none" strike="noStrike" kern="1200" cap="none" spc="0" normalizeH="0" baseline="0" noProof="0" dirty="0">
              <a:ln>
                <a:noFill/>
              </a:ln>
              <a:solidFill>
                <a:srgbClr val="0065B0"/>
              </a:solidFill>
              <a:effectLst/>
              <a:uLnTx/>
              <a:uFillTx/>
              <a:latin typeface="Raleway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F8CCA27-A4CD-0698-99A5-507E8C30E8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841" y="1593070"/>
            <a:ext cx="11263220" cy="3762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7963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BDE13A-1652-C289-44D4-7488C0AB05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E01DA2E-D604-0219-976C-63F995E88800}"/>
              </a:ext>
            </a:extLst>
          </p:cNvPr>
          <p:cNvGrpSpPr/>
          <p:nvPr/>
        </p:nvGrpSpPr>
        <p:grpSpPr>
          <a:xfrm>
            <a:off x="4646120" y="240621"/>
            <a:ext cx="7145387" cy="632530"/>
            <a:chOff x="4646120" y="240621"/>
            <a:chExt cx="7145387" cy="632530"/>
          </a:xfrm>
        </p:grpSpPr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BDA44D25-9BE2-E80D-AE69-3682E06C0676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646120" y="240621"/>
              <a:ext cx="609600" cy="609600"/>
              <a:chOff x="7680960" y="617220"/>
              <a:chExt cx="1097280" cy="1097280"/>
            </a:xfrm>
          </p:grpSpPr>
          <p:grpSp>
            <p:nvGrpSpPr>
              <p:cNvPr id="46" name="Group 45">
                <a:extLst>
                  <a:ext uri="{FF2B5EF4-FFF2-40B4-BE49-F238E27FC236}">
                    <a16:creationId xmlns:a16="http://schemas.microsoft.com/office/drawing/2014/main" id="{4FEB3FD1-E304-A541-CC63-8659DD421E57}"/>
                  </a:ext>
                </a:extLst>
              </p:cNvPr>
              <p:cNvGrpSpPr/>
              <p:nvPr/>
            </p:nvGrpSpPr>
            <p:grpSpPr>
              <a:xfrm>
                <a:off x="7680960" y="617220"/>
                <a:ext cx="1097280" cy="1097280"/>
                <a:chOff x="8366760" y="2720340"/>
                <a:chExt cx="1097280" cy="1097280"/>
              </a:xfrm>
            </p:grpSpPr>
            <p:sp>
              <p:nvSpPr>
                <p:cNvPr id="51" name="Oval 50">
                  <a:extLst>
                    <a:ext uri="{FF2B5EF4-FFF2-40B4-BE49-F238E27FC236}">
                      <a16:creationId xmlns:a16="http://schemas.microsoft.com/office/drawing/2014/main" id="{EE9F29A6-726C-C4CF-CDAC-FF4B9ABFA4B0}"/>
                    </a:ext>
                  </a:extLst>
                </p:cNvPr>
                <p:cNvSpPr>
                  <a:spLocks noChangeAspect="1"/>
                </p:cNvSpPr>
                <p:nvPr userDrawn="1"/>
              </p:nvSpPr>
              <p:spPr>
                <a:xfrm>
                  <a:off x="8366760" y="2720340"/>
                  <a:ext cx="1097280" cy="1097280"/>
                </a:xfrm>
                <a:prstGeom prst="ellipse">
                  <a:avLst/>
                </a:prstGeom>
                <a:solidFill>
                  <a:schemeClr val="accent5"/>
                </a:solidFill>
                <a:ln w="1905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4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id-ID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52" name="Oval 51">
                  <a:extLst>
                    <a:ext uri="{FF2B5EF4-FFF2-40B4-BE49-F238E27FC236}">
                      <a16:creationId xmlns:a16="http://schemas.microsoft.com/office/drawing/2014/main" id="{94627D9D-7761-016D-2513-42CE44723E09}"/>
                    </a:ext>
                  </a:extLst>
                </p:cNvPr>
                <p:cNvSpPr>
                  <a:spLocks noChangeAspect="1"/>
                </p:cNvSpPr>
                <p:nvPr userDrawn="1"/>
              </p:nvSpPr>
              <p:spPr>
                <a:xfrm>
                  <a:off x="8412480" y="2766060"/>
                  <a:ext cx="1005840" cy="1005840"/>
                </a:xfrm>
                <a:prstGeom prst="ellipse">
                  <a:avLst/>
                </a:prstGeom>
                <a:solidFill>
                  <a:schemeClr val="accent6"/>
                </a:solidFill>
                <a:ln w="1524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4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id-ID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53" name="Oval 52">
                  <a:extLst>
                    <a:ext uri="{FF2B5EF4-FFF2-40B4-BE49-F238E27FC236}">
                      <a16:creationId xmlns:a16="http://schemas.microsoft.com/office/drawing/2014/main" id="{CB6853C3-4B8E-DA0A-751F-6DC75B9FC80B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8458200" y="2811780"/>
                  <a:ext cx="914400" cy="914400"/>
                </a:xfrm>
                <a:prstGeom prst="ellipse">
                  <a:avLst/>
                </a:prstGeom>
                <a:solidFill>
                  <a:schemeClr val="accent3"/>
                </a:solidFill>
                <a:ln w="1524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4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id-ID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47" name="Group 46">
                <a:extLst>
                  <a:ext uri="{FF2B5EF4-FFF2-40B4-BE49-F238E27FC236}">
                    <a16:creationId xmlns:a16="http://schemas.microsoft.com/office/drawing/2014/main" id="{97F9C2C2-7168-8E2C-F278-A91EA0A976C1}"/>
                  </a:ext>
                </a:extLst>
              </p:cNvPr>
              <p:cNvGrpSpPr/>
              <p:nvPr userDrawn="1"/>
            </p:nvGrpSpPr>
            <p:grpSpPr>
              <a:xfrm>
                <a:off x="7978775" y="913447"/>
                <a:ext cx="479425" cy="481013"/>
                <a:chOff x="17164051" y="1144588"/>
                <a:chExt cx="479425" cy="481013"/>
              </a:xfrm>
              <a:solidFill>
                <a:schemeClr val="bg1"/>
              </a:solidFill>
            </p:grpSpPr>
            <p:sp>
              <p:nvSpPr>
                <p:cNvPr id="48" name="Freeform 252">
                  <a:extLst>
                    <a:ext uri="{FF2B5EF4-FFF2-40B4-BE49-F238E27FC236}">
                      <a16:creationId xmlns:a16="http://schemas.microsoft.com/office/drawing/2014/main" id="{3EA41903-56D0-322F-2838-7C80398B100B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7164051" y="1144588"/>
                  <a:ext cx="479425" cy="481013"/>
                </a:xfrm>
                <a:custGeom>
                  <a:avLst/>
                  <a:gdLst>
                    <a:gd name="T0" fmla="*/ 124 w 128"/>
                    <a:gd name="T1" fmla="*/ 107 h 128"/>
                    <a:gd name="T2" fmla="*/ 57 w 128"/>
                    <a:gd name="T3" fmla="*/ 40 h 128"/>
                    <a:gd name="T4" fmla="*/ 59 w 128"/>
                    <a:gd name="T5" fmla="*/ 29 h 128"/>
                    <a:gd name="T6" fmla="*/ 29 w 128"/>
                    <a:gd name="T7" fmla="*/ 0 h 128"/>
                    <a:gd name="T8" fmla="*/ 22 w 128"/>
                    <a:gd name="T9" fmla="*/ 1 h 128"/>
                    <a:gd name="T10" fmla="*/ 39 w 128"/>
                    <a:gd name="T11" fmla="*/ 18 h 128"/>
                    <a:gd name="T12" fmla="*/ 34 w 128"/>
                    <a:gd name="T13" fmla="*/ 34 h 128"/>
                    <a:gd name="T14" fmla="*/ 19 w 128"/>
                    <a:gd name="T15" fmla="*/ 39 h 128"/>
                    <a:gd name="T16" fmla="*/ 19 w 128"/>
                    <a:gd name="T17" fmla="*/ 39 h 128"/>
                    <a:gd name="T18" fmla="*/ 1 w 128"/>
                    <a:gd name="T19" fmla="*/ 22 h 128"/>
                    <a:gd name="T20" fmla="*/ 0 w 128"/>
                    <a:gd name="T21" fmla="*/ 29 h 128"/>
                    <a:gd name="T22" fmla="*/ 29 w 128"/>
                    <a:gd name="T23" fmla="*/ 59 h 128"/>
                    <a:gd name="T24" fmla="*/ 40 w 128"/>
                    <a:gd name="T25" fmla="*/ 57 h 128"/>
                    <a:gd name="T26" fmla="*/ 107 w 128"/>
                    <a:gd name="T27" fmla="*/ 124 h 128"/>
                    <a:gd name="T28" fmla="*/ 116 w 128"/>
                    <a:gd name="T29" fmla="*/ 128 h 128"/>
                    <a:gd name="T30" fmla="*/ 128 w 128"/>
                    <a:gd name="T31" fmla="*/ 116 h 128"/>
                    <a:gd name="T32" fmla="*/ 124 w 128"/>
                    <a:gd name="T33" fmla="*/ 107 h 128"/>
                    <a:gd name="T34" fmla="*/ 116 w 128"/>
                    <a:gd name="T35" fmla="*/ 121 h 128"/>
                    <a:gd name="T36" fmla="*/ 111 w 128"/>
                    <a:gd name="T37" fmla="*/ 116 h 128"/>
                    <a:gd name="T38" fmla="*/ 116 w 128"/>
                    <a:gd name="T39" fmla="*/ 111 h 128"/>
                    <a:gd name="T40" fmla="*/ 121 w 128"/>
                    <a:gd name="T41" fmla="*/ 116 h 128"/>
                    <a:gd name="T42" fmla="*/ 116 w 128"/>
                    <a:gd name="T43" fmla="*/ 121 h 1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</a:cxnLst>
                  <a:rect l="0" t="0" r="r" b="b"/>
                  <a:pathLst>
                    <a:path w="128" h="128">
                      <a:moveTo>
                        <a:pt x="124" y="107"/>
                      </a:moveTo>
                      <a:cubicBezTo>
                        <a:pt x="57" y="40"/>
                        <a:pt x="57" y="40"/>
                        <a:pt x="57" y="40"/>
                      </a:cubicBezTo>
                      <a:cubicBezTo>
                        <a:pt x="58" y="36"/>
                        <a:pt x="59" y="33"/>
                        <a:pt x="59" y="29"/>
                      </a:cubicBezTo>
                      <a:cubicBezTo>
                        <a:pt x="59" y="13"/>
                        <a:pt x="46" y="0"/>
                        <a:pt x="29" y="0"/>
                      </a:cubicBezTo>
                      <a:cubicBezTo>
                        <a:pt x="27" y="0"/>
                        <a:pt x="24" y="0"/>
                        <a:pt x="22" y="1"/>
                      </a:cubicBezTo>
                      <a:cubicBezTo>
                        <a:pt x="39" y="18"/>
                        <a:pt x="39" y="18"/>
                        <a:pt x="39" y="18"/>
                      </a:cubicBezTo>
                      <a:cubicBezTo>
                        <a:pt x="42" y="21"/>
                        <a:pt x="40" y="28"/>
                        <a:pt x="34" y="34"/>
                      </a:cubicBezTo>
                      <a:cubicBezTo>
                        <a:pt x="28" y="40"/>
                        <a:pt x="21" y="42"/>
                        <a:pt x="19" y="39"/>
                      </a:cubicBezTo>
                      <a:cubicBezTo>
                        <a:pt x="19" y="39"/>
                        <a:pt x="19" y="39"/>
                        <a:pt x="19" y="39"/>
                      </a:cubicBezTo>
                      <a:cubicBezTo>
                        <a:pt x="1" y="22"/>
                        <a:pt x="1" y="22"/>
                        <a:pt x="1" y="22"/>
                      </a:cubicBezTo>
                      <a:cubicBezTo>
                        <a:pt x="0" y="24"/>
                        <a:pt x="0" y="27"/>
                        <a:pt x="0" y="29"/>
                      </a:cubicBezTo>
                      <a:cubicBezTo>
                        <a:pt x="0" y="46"/>
                        <a:pt x="13" y="59"/>
                        <a:pt x="29" y="59"/>
                      </a:cubicBezTo>
                      <a:cubicBezTo>
                        <a:pt x="33" y="59"/>
                        <a:pt x="36" y="58"/>
                        <a:pt x="40" y="57"/>
                      </a:cubicBezTo>
                      <a:cubicBezTo>
                        <a:pt x="107" y="124"/>
                        <a:pt x="107" y="124"/>
                        <a:pt x="107" y="124"/>
                      </a:cubicBezTo>
                      <a:cubicBezTo>
                        <a:pt x="109" y="127"/>
                        <a:pt x="112" y="128"/>
                        <a:pt x="116" y="128"/>
                      </a:cubicBezTo>
                      <a:cubicBezTo>
                        <a:pt x="122" y="128"/>
                        <a:pt x="128" y="122"/>
                        <a:pt x="128" y="116"/>
                      </a:cubicBezTo>
                      <a:cubicBezTo>
                        <a:pt x="128" y="112"/>
                        <a:pt x="127" y="109"/>
                        <a:pt x="124" y="107"/>
                      </a:cubicBezTo>
                      <a:close/>
                      <a:moveTo>
                        <a:pt x="116" y="121"/>
                      </a:moveTo>
                      <a:cubicBezTo>
                        <a:pt x="113" y="121"/>
                        <a:pt x="111" y="118"/>
                        <a:pt x="111" y="116"/>
                      </a:cubicBezTo>
                      <a:cubicBezTo>
                        <a:pt x="111" y="113"/>
                        <a:pt x="113" y="111"/>
                        <a:pt x="116" y="111"/>
                      </a:cubicBezTo>
                      <a:cubicBezTo>
                        <a:pt x="118" y="111"/>
                        <a:pt x="121" y="113"/>
                        <a:pt x="121" y="116"/>
                      </a:cubicBezTo>
                      <a:cubicBezTo>
                        <a:pt x="121" y="118"/>
                        <a:pt x="118" y="121"/>
                        <a:pt x="116" y="12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60960" tIns="30480" rIns="60960" bIns="3048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4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id-ID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49" name="Freeform 253">
                  <a:extLst>
                    <a:ext uri="{FF2B5EF4-FFF2-40B4-BE49-F238E27FC236}">
                      <a16:creationId xmlns:a16="http://schemas.microsoft.com/office/drawing/2014/main" id="{AD7B4EDA-3779-FAE4-E6E5-3A46D4C15E4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433926" y="1144588"/>
                  <a:ext cx="209550" cy="211138"/>
                </a:xfrm>
                <a:custGeom>
                  <a:avLst/>
                  <a:gdLst>
                    <a:gd name="T0" fmla="*/ 30 w 56"/>
                    <a:gd name="T1" fmla="*/ 15 h 56"/>
                    <a:gd name="T2" fmla="*/ 34 w 56"/>
                    <a:gd name="T3" fmla="*/ 19 h 56"/>
                    <a:gd name="T4" fmla="*/ 8 w 56"/>
                    <a:gd name="T5" fmla="*/ 44 h 56"/>
                    <a:gd name="T6" fmla="*/ 12 w 56"/>
                    <a:gd name="T7" fmla="*/ 48 h 56"/>
                    <a:gd name="T8" fmla="*/ 37 w 56"/>
                    <a:gd name="T9" fmla="*/ 23 h 56"/>
                    <a:gd name="T10" fmla="*/ 41 w 56"/>
                    <a:gd name="T11" fmla="*/ 26 h 56"/>
                    <a:gd name="T12" fmla="*/ 16 w 56"/>
                    <a:gd name="T13" fmla="*/ 52 h 56"/>
                    <a:gd name="T14" fmla="*/ 20 w 56"/>
                    <a:gd name="T15" fmla="*/ 56 h 56"/>
                    <a:gd name="T16" fmla="*/ 52 w 56"/>
                    <a:gd name="T17" fmla="*/ 25 h 56"/>
                    <a:gd name="T18" fmla="*/ 52 w 56"/>
                    <a:gd name="T19" fmla="*/ 25 h 56"/>
                    <a:gd name="T20" fmla="*/ 56 w 56"/>
                    <a:gd name="T21" fmla="*/ 15 h 56"/>
                    <a:gd name="T22" fmla="*/ 41 w 56"/>
                    <a:gd name="T23" fmla="*/ 0 h 56"/>
                    <a:gd name="T24" fmla="*/ 31 w 56"/>
                    <a:gd name="T25" fmla="*/ 4 h 56"/>
                    <a:gd name="T26" fmla="*/ 0 w 56"/>
                    <a:gd name="T27" fmla="*/ 36 h 56"/>
                    <a:gd name="T28" fmla="*/ 4 w 56"/>
                    <a:gd name="T29" fmla="*/ 40 h 56"/>
                    <a:gd name="T30" fmla="*/ 30 w 56"/>
                    <a:gd name="T31" fmla="*/ 15 h 5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</a:cxnLst>
                  <a:rect l="0" t="0" r="r" b="b"/>
                  <a:pathLst>
                    <a:path w="56" h="56">
                      <a:moveTo>
                        <a:pt x="30" y="15"/>
                      </a:moveTo>
                      <a:cubicBezTo>
                        <a:pt x="34" y="19"/>
                        <a:pt x="34" y="19"/>
                        <a:pt x="34" y="19"/>
                      </a:cubicBezTo>
                      <a:cubicBezTo>
                        <a:pt x="8" y="44"/>
                        <a:pt x="8" y="44"/>
                        <a:pt x="8" y="44"/>
                      </a:cubicBezTo>
                      <a:cubicBezTo>
                        <a:pt x="12" y="48"/>
                        <a:pt x="12" y="48"/>
                        <a:pt x="12" y="48"/>
                      </a:cubicBezTo>
                      <a:cubicBezTo>
                        <a:pt x="37" y="23"/>
                        <a:pt x="37" y="23"/>
                        <a:pt x="37" y="23"/>
                      </a:cubicBezTo>
                      <a:cubicBezTo>
                        <a:pt x="41" y="26"/>
                        <a:pt x="41" y="26"/>
                        <a:pt x="41" y="26"/>
                      </a:cubicBezTo>
                      <a:cubicBezTo>
                        <a:pt x="16" y="52"/>
                        <a:pt x="16" y="52"/>
                        <a:pt x="16" y="52"/>
                      </a:cubicBezTo>
                      <a:cubicBezTo>
                        <a:pt x="20" y="56"/>
                        <a:pt x="20" y="56"/>
                        <a:pt x="20" y="56"/>
                      </a:cubicBezTo>
                      <a:cubicBezTo>
                        <a:pt x="52" y="25"/>
                        <a:pt x="52" y="25"/>
                        <a:pt x="52" y="25"/>
                      </a:cubicBezTo>
                      <a:cubicBezTo>
                        <a:pt x="52" y="25"/>
                        <a:pt x="52" y="25"/>
                        <a:pt x="52" y="25"/>
                      </a:cubicBezTo>
                      <a:cubicBezTo>
                        <a:pt x="54" y="22"/>
                        <a:pt x="56" y="19"/>
                        <a:pt x="56" y="15"/>
                      </a:cubicBezTo>
                      <a:cubicBezTo>
                        <a:pt x="56" y="7"/>
                        <a:pt x="49" y="0"/>
                        <a:pt x="41" y="0"/>
                      </a:cubicBezTo>
                      <a:cubicBezTo>
                        <a:pt x="37" y="0"/>
                        <a:pt x="34" y="2"/>
                        <a:pt x="31" y="4"/>
                      </a:cubicBezTo>
                      <a:cubicBezTo>
                        <a:pt x="0" y="36"/>
                        <a:pt x="0" y="36"/>
                        <a:pt x="0" y="36"/>
                      </a:cubicBezTo>
                      <a:cubicBezTo>
                        <a:pt x="4" y="40"/>
                        <a:pt x="4" y="40"/>
                        <a:pt x="4" y="40"/>
                      </a:cubicBezTo>
                      <a:lnTo>
                        <a:pt x="30" y="15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60960" tIns="30480" rIns="60960" bIns="3048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4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id-ID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50" name="Freeform 254">
                  <a:extLst>
                    <a:ext uri="{FF2B5EF4-FFF2-40B4-BE49-F238E27FC236}">
                      <a16:creationId xmlns:a16="http://schemas.microsoft.com/office/drawing/2014/main" id="{3F17A35E-3907-FE59-FBAB-219F00A3955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164051" y="1438275"/>
                  <a:ext cx="182563" cy="187325"/>
                </a:xfrm>
                <a:custGeom>
                  <a:avLst/>
                  <a:gdLst>
                    <a:gd name="T0" fmla="*/ 42 w 115"/>
                    <a:gd name="T1" fmla="*/ 59 h 118"/>
                    <a:gd name="T2" fmla="*/ 26 w 115"/>
                    <a:gd name="T3" fmla="*/ 59 h 118"/>
                    <a:gd name="T4" fmla="*/ 0 w 115"/>
                    <a:gd name="T5" fmla="*/ 101 h 118"/>
                    <a:gd name="T6" fmla="*/ 16 w 115"/>
                    <a:gd name="T7" fmla="*/ 118 h 118"/>
                    <a:gd name="T8" fmla="*/ 16 w 115"/>
                    <a:gd name="T9" fmla="*/ 118 h 118"/>
                    <a:gd name="T10" fmla="*/ 16 w 115"/>
                    <a:gd name="T11" fmla="*/ 118 h 118"/>
                    <a:gd name="T12" fmla="*/ 59 w 115"/>
                    <a:gd name="T13" fmla="*/ 92 h 118"/>
                    <a:gd name="T14" fmla="*/ 61 w 115"/>
                    <a:gd name="T15" fmla="*/ 73 h 118"/>
                    <a:gd name="T16" fmla="*/ 115 w 115"/>
                    <a:gd name="T17" fmla="*/ 16 h 118"/>
                    <a:gd name="T18" fmla="*/ 101 w 115"/>
                    <a:gd name="T19" fmla="*/ 0 h 118"/>
                    <a:gd name="T20" fmla="*/ 42 w 115"/>
                    <a:gd name="T21" fmla="*/ 59 h 1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115" h="118">
                      <a:moveTo>
                        <a:pt x="42" y="59"/>
                      </a:moveTo>
                      <a:lnTo>
                        <a:pt x="26" y="59"/>
                      </a:lnTo>
                      <a:lnTo>
                        <a:pt x="0" y="101"/>
                      </a:lnTo>
                      <a:lnTo>
                        <a:pt x="16" y="118"/>
                      </a:lnTo>
                      <a:lnTo>
                        <a:pt x="16" y="118"/>
                      </a:lnTo>
                      <a:lnTo>
                        <a:pt x="16" y="118"/>
                      </a:lnTo>
                      <a:lnTo>
                        <a:pt x="59" y="92"/>
                      </a:lnTo>
                      <a:lnTo>
                        <a:pt x="61" y="73"/>
                      </a:lnTo>
                      <a:lnTo>
                        <a:pt x="115" y="16"/>
                      </a:lnTo>
                      <a:lnTo>
                        <a:pt x="101" y="0"/>
                      </a:lnTo>
                      <a:lnTo>
                        <a:pt x="42" y="59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60960" tIns="30480" rIns="60960" bIns="3048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4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id-ID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</p:grpSp>
        <p:sp>
          <p:nvSpPr>
            <p:cNvPr id="79" name="Text Placeholder 8">
              <a:extLst>
                <a:ext uri="{FF2B5EF4-FFF2-40B4-BE49-F238E27FC236}">
                  <a16:creationId xmlns:a16="http://schemas.microsoft.com/office/drawing/2014/main" id="{138A3F5E-0306-455B-5C44-35E9365E95EE}"/>
                </a:ext>
              </a:extLst>
            </p:cNvPr>
            <p:cNvSpPr txBox="1">
              <a:spLocks/>
            </p:cNvSpPr>
            <p:nvPr/>
          </p:nvSpPr>
          <p:spPr>
            <a:xfrm>
              <a:off x="5370373" y="263551"/>
              <a:ext cx="6421134" cy="609600"/>
            </a:xfrm>
            <a:prstGeom prst="rect">
              <a:avLst/>
            </a:prstGeom>
          </p:spPr>
          <p:txBody>
            <a:bodyPr anchor="ctr" anchorCtr="0"/>
            <a:lstStyle>
              <a:lvl1pPr marL="342900" indent="-342900" algn="l" defTabSz="1371600" rtl="0" eaLnBrk="1" latinLnBrk="0" hangingPunct="1">
                <a:lnSpc>
                  <a:spcPct val="90000"/>
                </a:lnSpc>
                <a:spcBef>
                  <a:spcPts val="1500"/>
                </a:spcBef>
                <a:buFont typeface="Arial" panose="020B0604020202020204" pitchFamily="34" charset="0"/>
                <a:buChar char="•"/>
                <a:defRPr sz="4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0287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7145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3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4003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0861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7719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44577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51435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8293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>
                <a:buNone/>
                <a:defRPr/>
              </a:pPr>
              <a:r>
                <a:rPr lang="en-US" sz="3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j-lt"/>
                </a:rPr>
                <a:t>Evolution</a:t>
              </a:r>
              <a:endParaRPr lang="id-ID" sz="3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endParaRPr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81F9B115-F993-ACE4-87CD-88968DC6B5DA}"/>
              </a:ext>
            </a:extLst>
          </p:cNvPr>
          <p:cNvSpPr/>
          <p:nvPr/>
        </p:nvSpPr>
        <p:spPr>
          <a:xfrm>
            <a:off x="5606473" y="6528823"/>
            <a:ext cx="1237673" cy="3338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CH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2E96712B-9509-CDDC-5A68-027C5DC8FE37}"/>
              </a:ext>
            </a:extLst>
          </p:cNvPr>
          <p:cNvSpPr txBox="1">
            <a:spLocks/>
          </p:cNvSpPr>
          <p:nvPr/>
        </p:nvSpPr>
        <p:spPr>
          <a:xfrm>
            <a:off x="6176024" y="4827769"/>
            <a:ext cx="3376819" cy="609600"/>
          </a:xfrm>
          <a:prstGeom prst="rect">
            <a:avLst/>
          </a:prstGeom>
        </p:spPr>
        <p:txBody>
          <a:bodyPr anchor="ctr" anchorCtr="0"/>
          <a:lstStyle>
            <a:lvl1pPr marL="342900" indent="-342900" algn="l" defTabSz="1371600" rtl="0" eaLnBrk="1" latinLnBrk="0" hangingPunct="1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Char char="•"/>
              <a:defRPr sz="4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28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14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00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861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7719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457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143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829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371600" rtl="0" eaLnBrk="1" fontAlgn="auto" latinLnBrk="0" hangingPunct="1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id-ID" sz="2133" b="1" i="0" u="none" strike="noStrike" kern="1200" cap="none" spc="0" normalizeH="0" baseline="0" noProof="0" dirty="0">
              <a:ln>
                <a:noFill/>
              </a:ln>
              <a:solidFill>
                <a:srgbClr val="0065B0"/>
              </a:solidFill>
              <a:effectLst/>
              <a:uLnTx/>
              <a:uFillTx/>
              <a:latin typeface="Raleway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D56759-B806-974D-96C9-079CB8452A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577" y="943336"/>
            <a:ext cx="11088122" cy="5786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18358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E43FAA-8C31-0E54-C6EE-7438554A45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65D7F77-FA4D-4449-696E-61EC6E9138D4}"/>
              </a:ext>
            </a:extLst>
          </p:cNvPr>
          <p:cNvGrpSpPr/>
          <p:nvPr/>
        </p:nvGrpSpPr>
        <p:grpSpPr>
          <a:xfrm>
            <a:off x="4646120" y="240621"/>
            <a:ext cx="7145387" cy="632530"/>
            <a:chOff x="4646120" y="240621"/>
            <a:chExt cx="7145387" cy="632530"/>
          </a:xfrm>
        </p:grpSpPr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DB9896F5-6632-F15E-3BF7-825569FDF22E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646120" y="240621"/>
              <a:ext cx="609600" cy="609600"/>
              <a:chOff x="7680960" y="617220"/>
              <a:chExt cx="1097280" cy="1097280"/>
            </a:xfrm>
          </p:grpSpPr>
          <p:grpSp>
            <p:nvGrpSpPr>
              <p:cNvPr id="46" name="Group 45">
                <a:extLst>
                  <a:ext uri="{FF2B5EF4-FFF2-40B4-BE49-F238E27FC236}">
                    <a16:creationId xmlns:a16="http://schemas.microsoft.com/office/drawing/2014/main" id="{8ADE34A6-769E-D04F-7E16-1D3A2363DC31}"/>
                  </a:ext>
                </a:extLst>
              </p:cNvPr>
              <p:cNvGrpSpPr/>
              <p:nvPr/>
            </p:nvGrpSpPr>
            <p:grpSpPr>
              <a:xfrm>
                <a:off x="7680960" y="617220"/>
                <a:ext cx="1097280" cy="1097280"/>
                <a:chOff x="8366760" y="2720340"/>
                <a:chExt cx="1097280" cy="1097280"/>
              </a:xfrm>
            </p:grpSpPr>
            <p:sp>
              <p:nvSpPr>
                <p:cNvPr id="51" name="Oval 50">
                  <a:extLst>
                    <a:ext uri="{FF2B5EF4-FFF2-40B4-BE49-F238E27FC236}">
                      <a16:creationId xmlns:a16="http://schemas.microsoft.com/office/drawing/2014/main" id="{FAB6F9FB-1638-A513-32C9-8C0173EC666E}"/>
                    </a:ext>
                  </a:extLst>
                </p:cNvPr>
                <p:cNvSpPr>
                  <a:spLocks noChangeAspect="1"/>
                </p:cNvSpPr>
                <p:nvPr userDrawn="1"/>
              </p:nvSpPr>
              <p:spPr>
                <a:xfrm>
                  <a:off x="8366760" y="2720340"/>
                  <a:ext cx="1097280" cy="1097280"/>
                </a:xfrm>
                <a:prstGeom prst="ellipse">
                  <a:avLst/>
                </a:prstGeom>
                <a:solidFill>
                  <a:schemeClr val="accent5"/>
                </a:solidFill>
                <a:ln w="1905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4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id-ID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52" name="Oval 51">
                  <a:extLst>
                    <a:ext uri="{FF2B5EF4-FFF2-40B4-BE49-F238E27FC236}">
                      <a16:creationId xmlns:a16="http://schemas.microsoft.com/office/drawing/2014/main" id="{21AA212A-A2C5-8F3C-C38C-01BBAC05932F}"/>
                    </a:ext>
                  </a:extLst>
                </p:cNvPr>
                <p:cNvSpPr>
                  <a:spLocks noChangeAspect="1"/>
                </p:cNvSpPr>
                <p:nvPr userDrawn="1"/>
              </p:nvSpPr>
              <p:spPr>
                <a:xfrm>
                  <a:off x="8412480" y="2766060"/>
                  <a:ext cx="1005840" cy="1005840"/>
                </a:xfrm>
                <a:prstGeom prst="ellipse">
                  <a:avLst/>
                </a:prstGeom>
                <a:solidFill>
                  <a:schemeClr val="accent6"/>
                </a:solidFill>
                <a:ln w="1524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4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id-ID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53" name="Oval 52">
                  <a:extLst>
                    <a:ext uri="{FF2B5EF4-FFF2-40B4-BE49-F238E27FC236}">
                      <a16:creationId xmlns:a16="http://schemas.microsoft.com/office/drawing/2014/main" id="{5E827BD8-02A3-299F-20C9-AECF0BB07CF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8458200" y="2811780"/>
                  <a:ext cx="914400" cy="914400"/>
                </a:xfrm>
                <a:prstGeom prst="ellipse">
                  <a:avLst/>
                </a:prstGeom>
                <a:solidFill>
                  <a:schemeClr val="accent3"/>
                </a:solidFill>
                <a:ln w="1524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4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id-ID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47" name="Group 46">
                <a:extLst>
                  <a:ext uri="{FF2B5EF4-FFF2-40B4-BE49-F238E27FC236}">
                    <a16:creationId xmlns:a16="http://schemas.microsoft.com/office/drawing/2014/main" id="{CCAFCE86-850E-1256-7C81-E0B0F64A3F0F}"/>
                  </a:ext>
                </a:extLst>
              </p:cNvPr>
              <p:cNvGrpSpPr/>
              <p:nvPr userDrawn="1"/>
            </p:nvGrpSpPr>
            <p:grpSpPr>
              <a:xfrm>
                <a:off x="7978775" y="913447"/>
                <a:ext cx="479425" cy="481013"/>
                <a:chOff x="17164051" y="1144588"/>
                <a:chExt cx="479425" cy="481013"/>
              </a:xfrm>
              <a:solidFill>
                <a:schemeClr val="bg1"/>
              </a:solidFill>
            </p:grpSpPr>
            <p:sp>
              <p:nvSpPr>
                <p:cNvPr id="48" name="Freeform 252">
                  <a:extLst>
                    <a:ext uri="{FF2B5EF4-FFF2-40B4-BE49-F238E27FC236}">
                      <a16:creationId xmlns:a16="http://schemas.microsoft.com/office/drawing/2014/main" id="{03A931BF-9209-C8BE-95A5-93718808A7C3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7164051" y="1144588"/>
                  <a:ext cx="479425" cy="481013"/>
                </a:xfrm>
                <a:custGeom>
                  <a:avLst/>
                  <a:gdLst>
                    <a:gd name="T0" fmla="*/ 124 w 128"/>
                    <a:gd name="T1" fmla="*/ 107 h 128"/>
                    <a:gd name="T2" fmla="*/ 57 w 128"/>
                    <a:gd name="T3" fmla="*/ 40 h 128"/>
                    <a:gd name="T4" fmla="*/ 59 w 128"/>
                    <a:gd name="T5" fmla="*/ 29 h 128"/>
                    <a:gd name="T6" fmla="*/ 29 w 128"/>
                    <a:gd name="T7" fmla="*/ 0 h 128"/>
                    <a:gd name="T8" fmla="*/ 22 w 128"/>
                    <a:gd name="T9" fmla="*/ 1 h 128"/>
                    <a:gd name="T10" fmla="*/ 39 w 128"/>
                    <a:gd name="T11" fmla="*/ 18 h 128"/>
                    <a:gd name="T12" fmla="*/ 34 w 128"/>
                    <a:gd name="T13" fmla="*/ 34 h 128"/>
                    <a:gd name="T14" fmla="*/ 19 w 128"/>
                    <a:gd name="T15" fmla="*/ 39 h 128"/>
                    <a:gd name="T16" fmla="*/ 19 w 128"/>
                    <a:gd name="T17" fmla="*/ 39 h 128"/>
                    <a:gd name="T18" fmla="*/ 1 w 128"/>
                    <a:gd name="T19" fmla="*/ 22 h 128"/>
                    <a:gd name="T20" fmla="*/ 0 w 128"/>
                    <a:gd name="T21" fmla="*/ 29 h 128"/>
                    <a:gd name="T22" fmla="*/ 29 w 128"/>
                    <a:gd name="T23" fmla="*/ 59 h 128"/>
                    <a:gd name="T24" fmla="*/ 40 w 128"/>
                    <a:gd name="T25" fmla="*/ 57 h 128"/>
                    <a:gd name="T26" fmla="*/ 107 w 128"/>
                    <a:gd name="T27" fmla="*/ 124 h 128"/>
                    <a:gd name="T28" fmla="*/ 116 w 128"/>
                    <a:gd name="T29" fmla="*/ 128 h 128"/>
                    <a:gd name="T30" fmla="*/ 128 w 128"/>
                    <a:gd name="T31" fmla="*/ 116 h 128"/>
                    <a:gd name="T32" fmla="*/ 124 w 128"/>
                    <a:gd name="T33" fmla="*/ 107 h 128"/>
                    <a:gd name="T34" fmla="*/ 116 w 128"/>
                    <a:gd name="T35" fmla="*/ 121 h 128"/>
                    <a:gd name="T36" fmla="*/ 111 w 128"/>
                    <a:gd name="T37" fmla="*/ 116 h 128"/>
                    <a:gd name="T38" fmla="*/ 116 w 128"/>
                    <a:gd name="T39" fmla="*/ 111 h 128"/>
                    <a:gd name="T40" fmla="*/ 121 w 128"/>
                    <a:gd name="T41" fmla="*/ 116 h 128"/>
                    <a:gd name="T42" fmla="*/ 116 w 128"/>
                    <a:gd name="T43" fmla="*/ 121 h 1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</a:cxnLst>
                  <a:rect l="0" t="0" r="r" b="b"/>
                  <a:pathLst>
                    <a:path w="128" h="128">
                      <a:moveTo>
                        <a:pt x="124" y="107"/>
                      </a:moveTo>
                      <a:cubicBezTo>
                        <a:pt x="57" y="40"/>
                        <a:pt x="57" y="40"/>
                        <a:pt x="57" y="40"/>
                      </a:cubicBezTo>
                      <a:cubicBezTo>
                        <a:pt x="58" y="36"/>
                        <a:pt x="59" y="33"/>
                        <a:pt x="59" y="29"/>
                      </a:cubicBezTo>
                      <a:cubicBezTo>
                        <a:pt x="59" y="13"/>
                        <a:pt x="46" y="0"/>
                        <a:pt x="29" y="0"/>
                      </a:cubicBezTo>
                      <a:cubicBezTo>
                        <a:pt x="27" y="0"/>
                        <a:pt x="24" y="0"/>
                        <a:pt x="22" y="1"/>
                      </a:cubicBezTo>
                      <a:cubicBezTo>
                        <a:pt x="39" y="18"/>
                        <a:pt x="39" y="18"/>
                        <a:pt x="39" y="18"/>
                      </a:cubicBezTo>
                      <a:cubicBezTo>
                        <a:pt x="42" y="21"/>
                        <a:pt x="40" y="28"/>
                        <a:pt x="34" y="34"/>
                      </a:cubicBezTo>
                      <a:cubicBezTo>
                        <a:pt x="28" y="40"/>
                        <a:pt x="21" y="42"/>
                        <a:pt x="19" y="39"/>
                      </a:cubicBezTo>
                      <a:cubicBezTo>
                        <a:pt x="19" y="39"/>
                        <a:pt x="19" y="39"/>
                        <a:pt x="19" y="39"/>
                      </a:cubicBezTo>
                      <a:cubicBezTo>
                        <a:pt x="1" y="22"/>
                        <a:pt x="1" y="22"/>
                        <a:pt x="1" y="22"/>
                      </a:cubicBezTo>
                      <a:cubicBezTo>
                        <a:pt x="0" y="24"/>
                        <a:pt x="0" y="27"/>
                        <a:pt x="0" y="29"/>
                      </a:cubicBezTo>
                      <a:cubicBezTo>
                        <a:pt x="0" y="46"/>
                        <a:pt x="13" y="59"/>
                        <a:pt x="29" y="59"/>
                      </a:cubicBezTo>
                      <a:cubicBezTo>
                        <a:pt x="33" y="59"/>
                        <a:pt x="36" y="58"/>
                        <a:pt x="40" y="57"/>
                      </a:cubicBezTo>
                      <a:cubicBezTo>
                        <a:pt x="107" y="124"/>
                        <a:pt x="107" y="124"/>
                        <a:pt x="107" y="124"/>
                      </a:cubicBezTo>
                      <a:cubicBezTo>
                        <a:pt x="109" y="127"/>
                        <a:pt x="112" y="128"/>
                        <a:pt x="116" y="128"/>
                      </a:cubicBezTo>
                      <a:cubicBezTo>
                        <a:pt x="122" y="128"/>
                        <a:pt x="128" y="122"/>
                        <a:pt x="128" y="116"/>
                      </a:cubicBezTo>
                      <a:cubicBezTo>
                        <a:pt x="128" y="112"/>
                        <a:pt x="127" y="109"/>
                        <a:pt x="124" y="107"/>
                      </a:cubicBezTo>
                      <a:close/>
                      <a:moveTo>
                        <a:pt x="116" y="121"/>
                      </a:moveTo>
                      <a:cubicBezTo>
                        <a:pt x="113" y="121"/>
                        <a:pt x="111" y="118"/>
                        <a:pt x="111" y="116"/>
                      </a:cubicBezTo>
                      <a:cubicBezTo>
                        <a:pt x="111" y="113"/>
                        <a:pt x="113" y="111"/>
                        <a:pt x="116" y="111"/>
                      </a:cubicBezTo>
                      <a:cubicBezTo>
                        <a:pt x="118" y="111"/>
                        <a:pt x="121" y="113"/>
                        <a:pt x="121" y="116"/>
                      </a:cubicBezTo>
                      <a:cubicBezTo>
                        <a:pt x="121" y="118"/>
                        <a:pt x="118" y="121"/>
                        <a:pt x="116" y="12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60960" tIns="30480" rIns="60960" bIns="3048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4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id-ID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49" name="Freeform 253">
                  <a:extLst>
                    <a:ext uri="{FF2B5EF4-FFF2-40B4-BE49-F238E27FC236}">
                      <a16:creationId xmlns:a16="http://schemas.microsoft.com/office/drawing/2014/main" id="{D032D98B-4066-4789-923F-3D5B4476DD5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433926" y="1144588"/>
                  <a:ext cx="209550" cy="211138"/>
                </a:xfrm>
                <a:custGeom>
                  <a:avLst/>
                  <a:gdLst>
                    <a:gd name="T0" fmla="*/ 30 w 56"/>
                    <a:gd name="T1" fmla="*/ 15 h 56"/>
                    <a:gd name="T2" fmla="*/ 34 w 56"/>
                    <a:gd name="T3" fmla="*/ 19 h 56"/>
                    <a:gd name="T4" fmla="*/ 8 w 56"/>
                    <a:gd name="T5" fmla="*/ 44 h 56"/>
                    <a:gd name="T6" fmla="*/ 12 w 56"/>
                    <a:gd name="T7" fmla="*/ 48 h 56"/>
                    <a:gd name="T8" fmla="*/ 37 w 56"/>
                    <a:gd name="T9" fmla="*/ 23 h 56"/>
                    <a:gd name="T10" fmla="*/ 41 w 56"/>
                    <a:gd name="T11" fmla="*/ 26 h 56"/>
                    <a:gd name="T12" fmla="*/ 16 w 56"/>
                    <a:gd name="T13" fmla="*/ 52 h 56"/>
                    <a:gd name="T14" fmla="*/ 20 w 56"/>
                    <a:gd name="T15" fmla="*/ 56 h 56"/>
                    <a:gd name="T16" fmla="*/ 52 w 56"/>
                    <a:gd name="T17" fmla="*/ 25 h 56"/>
                    <a:gd name="T18" fmla="*/ 52 w 56"/>
                    <a:gd name="T19" fmla="*/ 25 h 56"/>
                    <a:gd name="T20" fmla="*/ 56 w 56"/>
                    <a:gd name="T21" fmla="*/ 15 h 56"/>
                    <a:gd name="T22" fmla="*/ 41 w 56"/>
                    <a:gd name="T23" fmla="*/ 0 h 56"/>
                    <a:gd name="T24" fmla="*/ 31 w 56"/>
                    <a:gd name="T25" fmla="*/ 4 h 56"/>
                    <a:gd name="T26" fmla="*/ 0 w 56"/>
                    <a:gd name="T27" fmla="*/ 36 h 56"/>
                    <a:gd name="T28" fmla="*/ 4 w 56"/>
                    <a:gd name="T29" fmla="*/ 40 h 56"/>
                    <a:gd name="T30" fmla="*/ 30 w 56"/>
                    <a:gd name="T31" fmla="*/ 15 h 5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</a:cxnLst>
                  <a:rect l="0" t="0" r="r" b="b"/>
                  <a:pathLst>
                    <a:path w="56" h="56">
                      <a:moveTo>
                        <a:pt x="30" y="15"/>
                      </a:moveTo>
                      <a:cubicBezTo>
                        <a:pt x="34" y="19"/>
                        <a:pt x="34" y="19"/>
                        <a:pt x="34" y="19"/>
                      </a:cubicBezTo>
                      <a:cubicBezTo>
                        <a:pt x="8" y="44"/>
                        <a:pt x="8" y="44"/>
                        <a:pt x="8" y="44"/>
                      </a:cubicBezTo>
                      <a:cubicBezTo>
                        <a:pt x="12" y="48"/>
                        <a:pt x="12" y="48"/>
                        <a:pt x="12" y="48"/>
                      </a:cubicBezTo>
                      <a:cubicBezTo>
                        <a:pt x="37" y="23"/>
                        <a:pt x="37" y="23"/>
                        <a:pt x="37" y="23"/>
                      </a:cubicBezTo>
                      <a:cubicBezTo>
                        <a:pt x="41" y="26"/>
                        <a:pt x="41" y="26"/>
                        <a:pt x="41" y="26"/>
                      </a:cubicBezTo>
                      <a:cubicBezTo>
                        <a:pt x="16" y="52"/>
                        <a:pt x="16" y="52"/>
                        <a:pt x="16" y="52"/>
                      </a:cubicBezTo>
                      <a:cubicBezTo>
                        <a:pt x="20" y="56"/>
                        <a:pt x="20" y="56"/>
                        <a:pt x="20" y="56"/>
                      </a:cubicBezTo>
                      <a:cubicBezTo>
                        <a:pt x="52" y="25"/>
                        <a:pt x="52" y="25"/>
                        <a:pt x="52" y="25"/>
                      </a:cubicBezTo>
                      <a:cubicBezTo>
                        <a:pt x="52" y="25"/>
                        <a:pt x="52" y="25"/>
                        <a:pt x="52" y="25"/>
                      </a:cubicBezTo>
                      <a:cubicBezTo>
                        <a:pt x="54" y="22"/>
                        <a:pt x="56" y="19"/>
                        <a:pt x="56" y="15"/>
                      </a:cubicBezTo>
                      <a:cubicBezTo>
                        <a:pt x="56" y="7"/>
                        <a:pt x="49" y="0"/>
                        <a:pt x="41" y="0"/>
                      </a:cubicBezTo>
                      <a:cubicBezTo>
                        <a:pt x="37" y="0"/>
                        <a:pt x="34" y="2"/>
                        <a:pt x="31" y="4"/>
                      </a:cubicBezTo>
                      <a:cubicBezTo>
                        <a:pt x="0" y="36"/>
                        <a:pt x="0" y="36"/>
                        <a:pt x="0" y="36"/>
                      </a:cubicBezTo>
                      <a:cubicBezTo>
                        <a:pt x="4" y="40"/>
                        <a:pt x="4" y="40"/>
                        <a:pt x="4" y="40"/>
                      </a:cubicBezTo>
                      <a:lnTo>
                        <a:pt x="30" y="15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60960" tIns="30480" rIns="60960" bIns="3048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4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id-ID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50" name="Freeform 254">
                  <a:extLst>
                    <a:ext uri="{FF2B5EF4-FFF2-40B4-BE49-F238E27FC236}">
                      <a16:creationId xmlns:a16="http://schemas.microsoft.com/office/drawing/2014/main" id="{B5E93EF4-FC6D-89FC-C2F1-707E5D9186C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164051" y="1438275"/>
                  <a:ext cx="182563" cy="187325"/>
                </a:xfrm>
                <a:custGeom>
                  <a:avLst/>
                  <a:gdLst>
                    <a:gd name="T0" fmla="*/ 42 w 115"/>
                    <a:gd name="T1" fmla="*/ 59 h 118"/>
                    <a:gd name="T2" fmla="*/ 26 w 115"/>
                    <a:gd name="T3" fmla="*/ 59 h 118"/>
                    <a:gd name="T4" fmla="*/ 0 w 115"/>
                    <a:gd name="T5" fmla="*/ 101 h 118"/>
                    <a:gd name="T6" fmla="*/ 16 w 115"/>
                    <a:gd name="T7" fmla="*/ 118 h 118"/>
                    <a:gd name="T8" fmla="*/ 16 w 115"/>
                    <a:gd name="T9" fmla="*/ 118 h 118"/>
                    <a:gd name="T10" fmla="*/ 16 w 115"/>
                    <a:gd name="T11" fmla="*/ 118 h 118"/>
                    <a:gd name="T12" fmla="*/ 59 w 115"/>
                    <a:gd name="T13" fmla="*/ 92 h 118"/>
                    <a:gd name="T14" fmla="*/ 61 w 115"/>
                    <a:gd name="T15" fmla="*/ 73 h 118"/>
                    <a:gd name="T16" fmla="*/ 115 w 115"/>
                    <a:gd name="T17" fmla="*/ 16 h 118"/>
                    <a:gd name="T18" fmla="*/ 101 w 115"/>
                    <a:gd name="T19" fmla="*/ 0 h 118"/>
                    <a:gd name="T20" fmla="*/ 42 w 115"/>
                    <a:gd name="T21" fmla="*/ 59 h 1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115" h="118">
                      <a:moveTo>
                        <a:pt x="42" y="59"/>
                      </a:moveTo>
                      <a:lnTo>
                        <a:pt x="26" y="59"/>
                      </a:lnTo>
                      <a:lnTo>
                        <a:pt x="0" y="101"/>
                      </a:lnTo>
                      <a:lnTo>
                        <a:pt x="16" y="118"/>
                      </a:lnTo>
                      <a:lnTo>
                        <a:pt x="16" y="118"/>
                      </a:lnTo>
                      <a:lnTo>
                        <a:pt x="16" y="118"/>
                      </a:lnTo>
                      <a:lnTo>
                        <a:pt x="59" y="92"/>
                      </a:lnTo>
                      <a:lnTo>
                        <a:pt x="61" y="73"/>
                      </a:lnTo>
                      <a:lnTo>
                        <a:pt x="115" y="16"/>
                      </a:lnTo>
                      <a:lnTo>
                        <a:pt x="101" y="0"/>
                      </a:lnTo>
                      <a:lnTo>
                        <a:pt x="42" y="59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60960" tIns="30480" rIns="60960" bIns="3048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4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id-ID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</p:grpSp>
        <p:sp>
          <p:nvSpPr>
            <p:cNvPr id="79" name="Text Placeholder 8">
              <a:extLst>
                <a:ext uri="{FF2B5EF4-FFF2-40B4-BE49-F238E27FC236}">
                  <a16:creationId xmlns:a16="http://schemas.microsoft.com/office/drawing/2014/main" id="{EC502575-23EB-A0B4-1849-208840239419}"/>
                </a:ext>
              </a:extLst>
            </p:cNvPr>
            <p:cNvSpPr txBox="1">
              <a:spLocks/>
            </p:cNvSpPr>
            <p:nvPr/>
          </p:nvSpPr>
          <p:spPr>
            <a:xfrm>
              <a:off x="5370373" y="263551"/>
              <a:ext cx="6421134" cy="609600"/>
            </a:xfrm>
            <a:prstGeom prst="rect">
              <a:avLst/>
            </a:prstGeom>
          </p:spPr>
          <p:txBody>
            <a:bodyPr anchor="ctr" anchorCtr="0"/>
            <a:lstStyle>
              <a:lvl1pPr marL="342900" indent="-342900" algn="l" defTabSz="1371600" rtl="0" eaLnBrk="1" latinLnBrk="0" hangingPunct="1">
                <a:lnSpc>
                  <a:spcPct val="90000"/>
                </a:lnSpc>
                <a:spcBef>
                  <a:spcPts val="1500"/>
                </a:spcBef>
                <a:buFont typeface="Arial" panose="020B0604020202020204" pitchFamily="34" charset="0"/>
                <a:buChar char="•"/>
                <a:defRPr sz="4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0287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7145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3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4003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0861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7719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44577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51435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8293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>
                <a:buNone/>
                <a:defRPr/>
              </a:pPr>
              <a:r>
                <a:rPr lang="en-US" sz="3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j-lt"/>
                </a:rPr>
                <a:t>Solution Comparison</a:t>
              </a:r>
              <a:endParaRPr lang="id-ID" sz="3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endParaRPr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BB93EB68-BEBA-F275-B697-0736ADFA5839}"/>
              </a:ext>
            </a:extLst>
          </p:cNvPr>
          <p:cNvSpPr/>
          <p:nvPr/>
        </p:nvSpPr>
        <p:spPr>
          <a:xfrm>
            <a:off x="5606473" y="6528823"/>
            <a:ext cx="1237673" cy="3338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CH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1D403B9B-6C91-7D18-8980-47D650C305F8}"/>
              </a:ext>
            </a:extLst>
          </p:cNvPr>
          <p:cNvSpPr txBox="1">
            <a:spLocks/>
          </p:cNvSpPr>
          <p:nvPr/>
        </p:nvSpPr>
        <p:spPr>
          <a:xfrm>
            <a:off x="6176024" y="4827769"/>
            <a:ext cx="3376819" cy="609600"/>
          </a:xfrm>
          <a:prstGeom prst="rect">
            <a:avLst/>
          </a:prstGeom>
        </p:spPr>
        <p:txBody>
          <a:bodyPr anchor="ctr" anchorCtr="0"/>
          <a:lstStyle>
            <a:lvl1pPr marL="342900" indent="-342900" algn="l" defTabSz="1371600" rtl="0" eaLnBrk="1" latinLnBrk="0" hangingPunct="1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Char char="•"/>
              <a:defRPr sz="4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28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14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00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861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7719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457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143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829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371600" rtl="0" eaLnBrk="1" fontAlgn="auto" latinLnBrk="0" hangingPunct="1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id-ID" sz="2133" b="1" i="0" u="none" strike="noStrike" kern="1200" cap="none" spc="0" normalizeH="0" baseline="0" noProof="0" dirty="0">
              <a:ln>
                <a:noFill/>
              </a:ln>
              <a:solidFill>
                <a:srgbClr val="0065B0"/>
              </a:solidFill>
              <a:effectLst/>
              <a:uLnTx/>
              <a:uFillTx/>
              <a:latin typeface="Raleway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6A3E5E8-8F3F-A57F-D771-B4A2FF615E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978" y="1245998"/>
            <a:ext cx="11328827" cy="5156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704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2A873A-9855-6D60-56EE-7655D2098F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34454CC-B10B-A344-2910-3B13608DF181}"/>
              </a:ext>
            </a:extLst>
          </p:cNvPr>
          <p:cNvGrpSpPr/>
          <p:nvPr/>
        </p:nvGrpSpPr>
        <p:grpSpPr>
          <a:xfrm>
            <a:off x="4646120" y="240621"/>
            <a:ext cx="7145387" cy="632530"/>
            <a:chOff x="4646120" y="240621"/>
            <a:chExt cx="7145387" cy="632530"/>
          </a:xfrm>
        </p:grpSpPr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AB7C3FBE-B4A4-9EC2-C867-F119528887F4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646120" y="240621"/>
              <a:ext cx="609600" cy="609600"/>
              <a:chOff x="7680960" y="617220"/>
              <a:chExt cx="1097280" cy="1097280"/>
            </a:xfrm>
          </p:grpSpPr>
          <p:grpSp>
            <p:nvGrpSpPr>
              <p:cNvPr id="46" name="Group 45">
                <a:extLst>
                  <a:ext uri="{FF2B5EF4-FFF2-40B4-BE49-F238E27FC236}">
                    <a16:creationId xmlns:a16="http://schemas.microsoft.com/office/drawing/2014/main" id="{2159B672-B044-D72E-F46A-385EC5AF6A80}"/>
                  </a:ext>
                </a:extLst>
              </p:cNvPr>
              <p:cNvGrpSpPr/>
              <p:nvPr/>
            </p:nvGrpSpPr>
            <p:grpSpPr>
              <a:xfrm>
                <a:off x="7680960" y="617220"/>
                <a:ext cx="1097280" cy="1097280"/>
                <a:chOff x="8366760" y="2720340"/>
                <a:chExt cx="1097280" cy="1097280"/>
              </a:xfrm>
            </p:grpSpPr>
            <p:sp>
              <p:nvSpPr>
                <p:cNvPr id="51" name="Oval 50">
                  <a:extLst>
                    <a:ext uri="{FF2B5EF4-FFF2-40B4-BE49-F238E27FC236}">
                      <a16:creationId xmlns:a16="http://schemas.microsoft.com/office/drawing/2014/main" id="{68B5BC48-C404-209D-AE53-F932C62D9DC0}"/>
                    </a:ext>
                  </a:extLst>
                </p:cNvPr>
                <p:cNvSpPr>
                  <a:spLocks noChangeAspect="1"/>
                </p:cNvSpPr>
                <p:nvPr userDrawn="1"/>
              </p:nvSpPr>
              <p:spPr>
                <a:xfrm>
                  <a:off x="8366760" y="2720340"/>
                  <a:ext cx="1097280" cy="1097280"/>
                </a:xfrm>
                <a:prstGeom prst="ellipse">
                  <a:avLst/>
                </a:prstGeom>
                <a:solidFill>
                  <a:schemeClr val="accent5"/>
                </a:solidFill>
                <a:ln w="1905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4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id-ID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52" name="Oval 51">
                  <a:extLst>
                    <a:ext uri="{FF2B5EF4-FFF2-40B4-BE49-F238E27FC236}">
                      <a16:creationId xmlns:a16="http://schemas.microsoft.com/office/drawing/2014/main" id="{CDC99768-DA07-7C03-5E72-8798DCE6A1CB}"/>
                    </a:ext>
                  </a:extLst>
                </p:cNvPr>
                <p:cNvSpPr>
                  <a:spLocks noChangeAspect="1"/>
                </p:cNvSpPr>
                <p:nvPr userDrawn="1"/>
              </p:nvSpPr>
              <p:spPr>
                <a:xfrm>
                  <a:off x="8412480" y="2766060"/>
                  <a:ext cx="1005840" cy="1005840"/>
                </a:xfrm>
                <a:prstGeom prst="ellipse">
                  <a:avLst/>
                </a:prstGeom>
                <a:solidFill>
                  <a:schemeClr val="accent6"/>
                </a:solidFill>
                <a:ln w="1524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4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id-ID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53" name="Oval 52">
                  <a:extLst>
                    <a:ext uri="{FF2B5EF4-FFF2-40B4-BE49-F238E27FC236}">
                      <a16:creationId xmlns:a16="http://schemas.microsoft.com/office/drawing/2014/main" id="{B8882F31-5B23-24FB-E42C-B70DE8A61323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8458200" y="2811780"/>
                  <a:ext cx="914400" cy="914400"/>
                </a:xfrm>
                <a:prstGeom prst="ellipse">
                  <a:avLst/>
                </a:prstGeom>
                <a:solidFill>
                  <a:schemeClr val="accent3"/>
                </a:solidFill>
                <a:ln w="1524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4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id-ID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47" name="Group 46">
                <a:extLst>
                  <a:ext uri="{FF2B5EF4-FFF2-40B4-BE49-F238E27FC236}">
                    <a16:creationId xmlns:a16="http://schemas.microsoft.com/office/drawing/2014/main" id="{F56CD02D-41A9-E8AA-A8E9-BA693987B7D3}"/>
                  </a:ext>
                </a:extLst>
              </p:cNvPr>
              <p:cNvGrpSpPr/>
              <p:nvPr userDrawn="1"/>
            </p:nvGrpSpPr>
            <p:grpSpPr>
              <a:xfrm>
                <a:off x="7978775" y="913447"/>
                <a:ext cx="479425" cy="481013"/>
                <a:chOff x="17164051" y="1144588"/>
                <a:chExt cx="479425" cy="481013"/>
              </a:xfrm>
              <a:solidFill>
                <a:schemeClr val="bg1"/>
              </a:solidFill>
            </p:grpSpPr>
            <p:sp>
              <p:nvSpPr>
                <p:cNvPr id="48" name="Freeform 252">
                  <a:extLst>
                    <a:ext uri="{FF2B5EF4-FFF2-40B4-BE49-F238E27FC236}">
                      <a16:creationId xmlns:a16="http://schemas.microsoft.com/office/drawing/2014/main" id="{57882D39-0128-E15E-65B3-ED043E189947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7164051" y="1144588"/>
                  <a:ext cx="479425" cy="481013"/>
                </a:xfrm>
                <a:custGeom>
                  <a:avLst/>
                  <a:gdLst>
                    <a:gd name="T0" fmla="*/ 124 w 128"/>
                    <a:gd name="T1" fmla="*/ 107 h 128"/>
                    <a:gd name="T2" fmla="*/ 57 w 128"/>
                    <a:gd name="T3" fmla="*/ 40 h 128"/>
                    <a:gd name="T4" fmla="*/ 59 w 128"/>
                    <a:gd name="T5" fmla="*/ 29 h 128"/>
                    <a:gd name="T6" fmla="*/ 29 w 128"/>
                    <a:gd name="T7" fmla="*/ 0 h 128"/>
                    <a:gd name="T8" fmla="*/ 22 w 128"/>
                    <a:gd name="T9" fmla="*/ 1 h 128"/>
                    <a:gd name="T10" fmla="*/ 39 w 128"/>
                    <a:gd name="T11" fmla="*/ 18 h 128"/>
                    <a:gd name="T12" fmla="*/ 34 w 128"/>
                    <a:gd name="T13" fmla="*/ 34 h 128"/>
                    <a:gd name="T14" fmla="*/ 19 w 128"/>
                    <a:gd name="T15" fmla="*/ 39 h 128"/>
                    <a:gd name="T16" fmla="*/ 19 w 128"/>
                    <a:gd name="T17" fmla="*/ 39 h 128"/>
                    <a:gd name="T18" fmla="*/ 1 w 128"/>
                    <a:gd name="T19" fmla="*/ 22 h 128"/>
                    <a:gd name="T20" fmla="*/ 0 w 128"/>
                    <a:gd name="T21" fmla="*/ 29 h 128"/>
                    <a:gd name="T22" fmla="*/ 29 w 128"/>
                    <a:gd name="T23" fmla="*/ 59 h 128"/>
                    <a:gd name="T24" fmla="*/ 40 w 128"/>
                    <a:gd name="T25" fmla="*/ 57 h 128"/>
                    <a:gd name="T26" fmla="*/ 107 w 128"/>
                    <a:gd name="T27" fmla="*/ 124 h 128"/>
                    <a:gd name="T28" fmla="*/ 116 w 128"/>
                    <a:gd name="T29" fmla="*/ 128 h 128"/>
                    <a:gd name="T30" fmla="*/ 128 w 128"/>
                    <a:gd name="T31" fmla="*/ 116 h 128"/>
                    <a:gd name="T32" fmla="*/ 124 w 128"/>
                    <a:gd name="T33" fmla="*/ 107 h 128"/>
                    <a:gd name="T34" fmla="*/ 116 w 128"/>
                    <a:gd name="T35" fmla="*/ 121 h 128"/>
                    <a:gd name="T36" fmla="*/ 111 w 128"/>
                    <a:gd name="T37" fmla="*/ 116 h 128"/>
                    <a:gd name="T38" fmla="*/ 116 w 128"/>
                    <a:gd name="T39" fmla="*/ 111 h 128"/>
                    <a:gd name="T40" fmla="*/ 121 w 128"/>
                    <a:gd name="T41" fmla="*/ 116 h 128"/>
                    <a:gd name="T42" fmla="*/ 116 w 128"/>
                    <a:gd name="T43" fmla="*/ 121 h 1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</a:cxnLst>
                  <a:rect l="0" t="0" r="r" b="b"/>
                  <a:pathLst>
                    <a:path w="128" h="128">
                      <a:moveTo>
                        <a:pt x="124" y="107"/>
                      </a:moveTo>
                      <a:cubicBezTo>
                        <a:pt x="57" y="40"/>
                        <a:pt x="57" y="40"/>
                        <a:pt x="57" y="40"/>
                      </a:cubicBezTo>
                      <a:cubicBezTo>
                        <a:pt x="58" y="36"/>
                        <a:pt x="59" y="33"/>
                        <a:pt x="59" y="29"/>
                      </a:cubicBezTo>
                      <a:cubicBezTo>
                        <a:pt x="59" y="13"/>
                        <a:pt x="46" y="0"/>
                        <a:pt x="29" y="0"/>
                      </a:cubicBezTo>
                      <a:cubicBezTo>
                        <a:pt x="27" y="0"/>
                        <a:pt x="24" y="0"/>
                        <a:pt x="22" y="1"/>
                      </a:cubicBezTo>
                      <a:cubicBezTo>
                        <a:pt x="39" y="18"/>
                        <a:pt x="39" y="18"/>
                        <a:pt x="39" y="18"/>
                      </a:cubicBezTo>
                      <a:cubicBezTo>
                        <a:pt x="42" y="21"/>
                        <a:pt x="40" y="28"/>
                        <a:pt x="34" y="34"/>
                      </a:cubicBezTo>
                      <a:cubicBezTo>
                        <a:pt x="28" y="40"/>
                        <a:pt x="21" y="42"/>
                        <a:pt x="19" y="39"/>
                      </a:cubicBezTo>
                      <a:cubicBezTo>
                        <a:pt x="19" y="39"/>
                        <a:pt x="19" y="39"/>
                        <a:pt x="19" y="39"/>
                      </a:cubicBezTo>
                      <a:cubicBezTo>
                        <a:pt x="1" y="22"/>
                        <a:pt x="1" y="22"/>
                        <a:pt x="1" y="22"/>
                      </a:cubicBezTo>
                      <a:cubicBezTo>
                        <a:pt x="0" y="24"/>
                        <a:pt x="0" y="27"/>
                        <a:pt x="0" y="29"/>
                      </a:cubicBezTo>
                      <a:cubicBezTo>
                        <a:pt x="0" y="46"/>
                        <a:pt x="13" y="59"/>
                        <a:pt x="29" y="59"/>
                      </a:cubicBezTo>
                      <a:cubicBezTo>
                        <a:pt x="33" y="59"/>
                        <a:pt x="36" y="58"/>
                        <a:pt x="40" y="57"/>
                      </a:cubicBezTo>
                      <a:cubicBezTo>
                        <a:pt x="107" y="124"/>
                        <a:pt x="107" y="124"/>
                        <a:pt x="107" y="124"/>
                      </a:cubicBezTo>
                      <a:cubicBezTo>
                        <a:pt x="109" y="127"/>
                        <a:pt x="112" y="128"/>
                        <a:pt x="116" y="128"/>
                      </a:cubicBezTo>
                      <a:cubicBezTo>
                        <a:pt x="122" y="128"/>
                        <a:pt x="128" y="122"/>
                        <a:pt x="128" y="116"/>
                      </a:cubicBezTo>
                      <a:cubicBezTo>
                        <a:pt x="128" y="112"/>
                        <a:pt x="127" y="109"/>
                        <a:pt x="124" y="107"/>
                      </a:cubicBezTo>
                      <a:close/>
                      <a:moveTo>
                        <a:pt x="116" y="121"/>
                      </a:moveTo>
                      <a:cubicBezTo>
                        <a:pt x="113" y="121"/>
                        <a:pt x="111" y="118"/>
                        <a:pt x="111" y="116"/>
                      </a:cubicBezTo>
                      <a:cubicBezTo>
                        <a:pt x="111" y="113"/>
                        <a:pt x="113" y="111"/>
                        <a:pt x="116" y="111"/>
                      </a:cubicBezTo>
                      <a:cubicBezTo>
                        <a:pt x="118" y="111"/>
                        <a:pt x="121" y="113"/>
                        <a:pt x="121" y="116"/>
                      </a:cubicBezTo>
                      <a:cubicBezTo>
                        <a:pt x="121" y="118"/>
                        <a:pt x="118" y="121"/>
                        <a:pt x="116" y="12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60960" tIns="30480" rIns="60960" bIns="3048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4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id-ID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49" name="Freeform 253">
                  <a:extLst>
                    <a:ext uri="{FF2B5EF4-FFF2-40B4-BE49-F238E27FC236}">
                      <a16:creationId xmlns:a16="http://schemas.microsoft.com/office/drawing/2014/main" id="{DAAECF25-2867-D576-B9A7-B1514079B26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433926" y="1144588"/>
                  <a:ext cx="209550" cy="211138"/>
                </a:xfrm>
                <a:custGeom>
                  <a:avLst/>
                  <a:gdLst>
                    <a:gd name="T0" fmla="*/ 30 w 56"/>
                    <a:gd name="T1" fmla="*/ 15 h 56"/>
                    <a:gd name="T2" fmla="*/ 34 w 56"/>
                    <a:gd name="T3" fmla="*/ 19 h 56"/>
                    <a:gd name="T4" fmla="*/ 8 w 56"/>
                    <a:gd name="T5" fmla="*/ 44 h 56"/>
                    <a:gd name="T6" fmla="*/ 12 w 56"/>
                    <a:gd name="T7" fmla="*/ 48 h 56"/>
                    <a:gd name="T8" fmla="*/ 37 w 56"/>
                    <a:gd name="T9" fmla="*/ 23 h 56"/>
                    <a:gd name="T10" fmla="*/ 41 w 56"/>
                    <a:gd name="T11" fmla="*/ 26 h 56"/>
                    <a:gd name="T12" fmla="*/ 16 w 56"/>
                    <a:gd name="T13" fmla="*/ 52 h 56"/>
                    <a:gd name="T14" fmla="*/ 20 w 56"/>
                    <a:gd name="T15" fmla="*/ 56 h 56"/>
                    <a:gd name="T16" fmla="*/ 52 w 56"/>
                    <a:gd name="T17" fmla="*/ 25 h 56"/>
                    <a:gd name="T18" fmla="*/ 52 w 56"/>
                    <a:gd name="T19" fmla="*/ 25 h 56"/>
                    <a:gd name="T20" fmla="*/ 56 w 56"/>
                    <a:gd name="T21" fmla="*/ 15 h 56"/>
                    <a:gd name="T22" fmla="*/ 41 w 56"/>
                    <a:gd name="T23" fmla="*/ 0 h 56"/>
                    <a:gd name="T24" fmla="*/ 31 w 56"/>
                    <a:gd name="T25" fmla="*/ 4 h 56"/>
                    <a:gd name="T26" fmla="*/ 0 w 56"/>
                    <a:gd name="T27" fmla="*/ 36 h 56"/>
                    <a:gd name="T28" fmla="*/ 4 w 56"/>
                    <a:gd name="T29" fmla="*/ 40 h 56"/>
                    <a:gd name="T30" fmla="*/ 30 w 56"/>
                    <a:gd name="T31" fmla="*/ 15 h 5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</a:cxnLst>
                  <a:rect l="0" t="0" r="r" b="b"/>
                  <a:pathLst>
                    <a:path w="56" h="56">
                      <a:moveTo>
                        <a:pt x="30" y="15"/>
                      </a:moveTo>
                      <a:cubicBezTo>
                        <a:pt x="34" y="19"/>
                        <a:pt x="34" y="19"/>
                        <a:pt x="34" y="19"/>
                      </a:cubicBezTo>
                      <a:cubicBezTo>
                        <a:pt x="8" y="44"/>
                        <a:pt x="8" y="44"/>
                        <a:pt x="8" y="44"/>
                      </a:cubicBezTo>
                      <a:cubicBezTo>
                        <a:pt x="12" y="48"/>
                        <a:pt x="12" y="48"/>
                        <a:pt x="12" y="48"/>
                      </a:cubicBezTo>
                      <a:cubicBezTo>
                        <a:pt x="37" y="23"/>
                        <a:pt x="37" y="23"/>
                        <a:pt x="37" y="23"/>
                      </a:cubicBezTo>
                      <a:cubicBezTo>
                        <a:pt x="41" y="26"/>
                        <a:pt x="41" y="26"/>
                        <a:pt x="41" y="26"/>
                      </a:cubicBezTo>
                      <a:cubicBezTo>
                        <a:pt x="16" y="52"/>
                        <a:pt x="16" y="52"/>
                        <a:pt x="16" y="52"/>
                      </a:cubicBezTo>
                      <a:cubicBezTo>
                        <a:pt x="20" y="56"/>
                        <a:pt x="20" y="56"/>
                        <a:pt x="20" y="56"/>
                      </a:cubicBezTo>
                      <a:cubicBezTo>
                        <a:pt x="52" y="25"/>
                        <a:pt x="52" y="25"/>
                        <a:pt x="52" y="25"/>
                      </a:cubicBezTo>
                      <a:cubicBezTo>
                        <a:pt x="52" y="25"/>
                        <a:pt x="52" y="25"/>
                        <a:pt x="52" y="25"/>
                      </a:cubicBezTo>
                      <a:cubicBezTo>
                        <a:pt x="54" y="22"/>
                        <a:pt x="56" y="19"/>
                        <a:pt x="56" y="15"/>
                      </a:cubicBezTo>
                      <a:cubicBezTo>
                        <a:pt x="56" y="7"/>
                        <a:pt x="49" y="0"/>
                        <a:pt x="41" y="0"/>
                      </a:cubicBezTo>
                      <a:cubicBezTo>
                        <a:pt x="37" y="0"/>
                        <a:pt x="34" y="2"/>
                        <a:pt x="31" y="4"/>
                      </a:cubicBezTo>
                      <a:cubicBezTo>
                        <a:pt x="0" y="36"/>
                        <a:pt x="0" y="36"/>
                        <a:pt x="0" y="36"/>
                      </a:cubicBezTo>
                      <a:cubicBezTo>
                        <a:pt x="4" y="40"/>
                        <a:pt x="4" y="40"/>
                        <a:pt x="4" y="40"/>
                      </a:cubicBezTo>
                      <a:lnTo>
                        <a:pt x="30" y="15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60960" tIns="30480" rIns="60960" bIns="3048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4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id-ID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50" name="Freeform 254">
                  <a:extLst>
                    <a:ext uri="{FF2B5EF4-FFF2-40B4-BE49-F238E27FC236}">
                      <a16:creationId xmlns:a16="http://schemas.microsoft.com/office/drawing/2014/main" id="{3AA5375D-F81C-30DC-CD1B-2B721B4E29E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164051" y="1438275"/>
                  <a:ext cx="182563" cy="187325"/>
                </a:xfrm>
                <a:custGeom>
                  <a:avLst/>
                  <a:gdLst>
                    <a:gd name="T0" fmla="*/ 42 w 115"/>
                    <a:gd name="T1" fmla="*/ 59 h 118"/>
                    <a:gd name="T2" fmla="*/ 26 w 115"/>
                    <a:gd name="T3" fmla="*/ 59 h 118"/>
                    <a:gd name="T4" fmla="*/ 0 w 115"/>
                    <a:gd name="T5" fmla="*/ 101 h 118"/>
                    <a:gd name="T6" fmla="*/ 16 w 115"/>
                    <a:gd name="T7" fmla="*/ 118 h 118"/>
                    <a:gd name="T8" fmla="*/ 16 w 115"/>
                    <a:gd name="T9" fmla="*/ 118 h 118"/>
                    <a:gd name="T10" fmla="*/ 16 w 115"/>
                    <a:gd name="T11" fmla="*/ 118 h 118"/>
                    <a:gd name="T12" fmla="*/ 59 w 115"/>
                    <a:gd name="T13" fmla="*/ 92 h 118"/>
                    <a:gd name="T14" fmla="*/ 61 w 115"/>
                    <a:gd name="T15" fmla="*/ 73 h 118"/>
                    <a:gd name="T16" fmla="*/ 115 w 115"/>
                    <a:gd name="T17" fmla="*/ 16 h 118"/>
                    <a:gd name="T18" fmla="*/ 101 w 115"/>
                    <a:gd name="T19" fmla="*/ 0 h 118"/>
                    <a:gd name="T20" fmla="*/ 42 w 115"/>
                    <a:gd name="T21" fmla="*/ 59 h 1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115" h="118">
                      <a:moveTo>
                        <a:pt x="42" y="59"/>
                      </a:moveTo>
                      <a:lnTo>
                        <a:pt x="26" y="59"/>
                      </a:lnTo>
                      <a:lnTo>
                        <a:pt x="0" y="101"/>
                      </a:lnTo>
                      <a:lnTo>
                        <a:pt x="16" y="118"/>
                      </a:lnTo>
                      <a:lnTo>
                        <a:pt x="16" y="118"/>
                      </a:lnTo>
                      <a:lnTo>
                        <a:pt x="16" y="118"/>
                      </a:lnTo>
                      <a:lnTo>
                        <a:pt x="59" y="92"/>
                      </a:lnTo>
                      <a:lnTo>
                        <a:pt x="61" y="73"/>
                      </a:lnTo>
                      <a:lnTo>
                        <a:pt x="115" y="16"/>
                      </a:lnTo>
                      <a:lnTo>
                        <a:pt x="101" y="0"/>
                      </a:lnTo>
                      <a:lnTo>
                        <a:pt x="42" y="59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60960" tIns="30480" rIns="60960" bIns="3048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4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id-ID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</p:grpSp>
        <p:sp>
          <p:nvSpPr>
            <p:cNvPr id="79" name="Text Placeholder 8">
              <a:extLst>
                <a:ext uri="{FF2B5EF4-FFF2-40B4-BE49-F238E27FC236}">
                  <a16:creationId xmlns:a16="http://schemas.microsoft.com/office/drawing/2014/main" id="{4FE9D1A2-0D3D-7CC0-B550-44FD33634203}"/>
                </a:ext>
              </a:extLst>
            </p:cNvPr>
            <p:cNvSpPr txBox="1">
              <a:spLocks/>
            </p:cNvSpPr>
            <p:nvPr/>
          </p:nvSpPr>
          <p:spPr>
            <a:xfrm>
              <a:off x="5370373" y="263551"/>
              <a:ext cx="6421134" cy="609600"/>
            </a:xfrm>
            <a:prstGeom prst="rect">
              <a:avLst/>
            </a:prstGeom>
          </p:spPr>
          <p:txBody>
            <a:bodyPr anchor="ctr" anchorCtr="0"/>
            <a:lstStyle>
              <a:lvl1pPr marL="342900" indent="-342900" algn="l" defTabSz="1371600" rtl="0" eaLnBrk="1" latinLnBrk="0" hangingPunct="1">
                <a:lnSpc>
                  <a:spcPct val="90000"/>
                </a:lnSpc>
                <a:spcBef>
                  <a:spcPts val="1500"/>
                </a:spcBef>
                <a:buFont typeface="Arial" panose="020B0604020202020204" pitchFamily="34" charset="0"/>
                <a:buChar char="•"/>
                <a:defRPr sz="4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0287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7145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3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4003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0861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7719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44577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51435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8293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>
                <a:buNone/>
                <a:defRPr/>
              </a:pPr>
              <a:r>
                <a:rPr lang="en-US" sz="3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j-lt"/>
                </a:rPr>
                <a:t>Solution Comparison</a:t>
              </a:r>
              <a:endParaRPr lang="id-ID" sz="3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endParaRPr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EF149E60-D954-F1BD-7BE1-AF75A2CF1CED}"/>
              </a:ext>
            </a:extLst>
          </p:cNvPr>
          <p:cNvSpPr/>
          <p:nvPr/>
        </p:nvSpPr>
        <p:spPr>
          <a:xfrm>
            <a:off x="5606473" y="6528823"/>
            <a:ext cx="1237673" cy="3338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CH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C3E3750A-16F6-18D8-6DA0-15DDBF93D9C6}"/>
              </a:ext>
            </a:extLst>
          </p:cNvPr>
          <p:cNvSpPr txBox="1">
            <a:spLocks/>
          </p:cNvSpPr>
          <p:nvPr/>
        </p:nvSpPr>
        <p:spPr>
          <a:xfrm>
            <a:off x="6176024" y="4827769"/>
            <a:ext cx="3376819" cy="609600"/>
          </a:xfrm>
          <a:prstGeom prst="rect">
            <a:avLst/>
          </a:prstGeom>
        </p:spPr>
        <p:txBody>
          <a:bodyPr anchor="ctr" anchorCtr="0"/>
          <a:lstStyle>
            <a:lvl1pPr marL="342900" indent="-342900" algn="l" defTabSz="1371600" rtl="0" eaLnBrk="1" latinLnBrk="0" hangingPunct="1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Char char="•"/>
              <a:defRPr sz="4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28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14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00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861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7719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457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143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829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371600" rtl="0" eaLnBrk="1" fontAlgn="auto" latinLnBrk="0" hangingPunct="1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id-ID" sz="2133" b="1" i="0" u="none" strike="noStrike" kern="1200" cap="none" spc="0" normalizeH="0" baseline="0" noProof="0" dirty="0">
              <a:ln>
                <a:noFill/>
              </a:ln>
              <a:solidFill>
                <a:srgbClr val="0065B0"/>
              </a:solidFill>
              <a:effectLst/>
              <a:uLnTx/>
              <a:uFillTx/>
              <a:latin typeface="Raleway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1799559-F667-E34D-7459-CB143DE321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471" y="2192560"/>
            <a:ext cx="11404243" cy="2284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7454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1555D7-6631-CBBE-9CFD-69D66A8179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4788B598-56F6-CB7A-C861-B1012AC5D332}"/>
              </a:ext>
            </a:extLst>
          </p:cNvPr>
          <p:cNvGrpSpPr/>
          <p:nvPr/>
        </p:nvGrpSpPr>
        <p:grpSpPr>
          <a:xfrm>
            <a:off x="4646120" y="240621"/>
            <a:ext cx="7145387" cy="632530"/>
            <a:chOff x="4646120" y="240621"/>
            <a:chExt cx="7145387" cy="632530"/>
          </a:xfrm>
        </p:grpSpPr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A318EAAF-7C3C-1DCF-F285-29565CC78CF9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646120" y="240621"/>
              <a:ext cx="609600" cy="609600"/>
              <a:chOff x="7680960" y="617220"/>
              <a:chExt cx="1097280" cy="1097280"/>
            </a:xfrm>
          </p:grpSpPr>
          <p:grpSp>
            <p:nvGrpSpPr>
              <p:cNvPr id="46" name="Group 45">
                <a:extLst>
                  <a:ext uri="{FF2B5EF4-FFF2-40B4-BE49-F238E27FC236}">
                    <a16:creationId xmlns:a16="http://schemas.microsoft.com/office/drawing/2014/main" id="{4BE6616B-20FE-51D2-614F-A3C96A20A944}"/>
                  </a:ext>
                </a:extLst>
              </p:cNvPr>
              <p:cNvGrpSpPr/>
              <p:nvPr/>
            </p:nvGrpSpPr>
            <p:grpSpPr>
              <a:xfrm>
                <a:off x="7680960" y="617220"/>
                <a:ext cx="1097280" cy="1097280"/>
                <a:chOff x="8366760" y="2720340"/>
                <a:chExt cx="1097280" cy="1097280"/>
              </a:xfrm>
            </p:grpSpPr>
            <p:sp>
              <p:nvSpPr>
                <p:cNvPr id="51" name="Oval 50">
                  <a:extLst>
                    <a:ext uri="{FF2B5EF4-FFF2-40B4-BE49-F238E27FC236}">
                      <a16:creationId xmlns:a16="http://schemas.microsoft.com/office/drawing/2014/main" id="{80B2127A-1127-1426-1893-84072145B4FE}"/>
                    </a:ext>
                  </a:extLst>
                </p:cNvPr>
                <p:cNvSpPr>
                  <a:spLocks noChangeAspect="1"/>
                </p:cNvSpPr>
                <p:nvPr userDrawn="1"/>
              </p:nvSpPr>
              <p:spPr>
                <a:xfrm>
                  <a:off x="8366760" y="2720340"/>
                  <a:ext cx="1097280" cy="1097280"/>
                </a:xfrm>
                <a:prstGeom prst="ellipse">
                  <a:avLst/>
                </a:prstGeom>
                <a:solidFill>
                  <a:schemeClr val="accent5"/>
                </a:solidFill>
                <a:ln w="1905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4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id-ID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52" name="Oval 51">
                  <a:extLst>
                    <a:ext uri="{FF2B5EF4-FFF2-40B4-BE49-F238E27FC236}">
                      <a16:creationId xmlns:a16="http://schemas.microsoft.com/office/drawing/2014/main" id="{FAD134C3-7E95-5CC3-081E-308CE8B7D988}"/>
                    </a:ext>
                  </a:extLst>
                </p:cNvPr>
                <p:cNvSpPr>
                  <a:spLocks noChangeAspect="1"/>
                </p:cNvSpPr>
                <p:nvPr userDrawn="1"/>
              </p:nvSpPr>
              <p:spPr>
                <a:xfrm>
                  <a:off x="8412480" y="2766060"/>
                  <a:ext cx="1005840" cy="1005840"/>
                </a:xfrm>
                <a:prstGeom prst="ellipse">
                  <a:avLst/>
                </a:prstGeom>
                <a:solidFill>
                  <a:schemeClr val="accent6"/>
                </a:solidFill>
                <a:ln w="1524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4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id-ID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53" name="Oval 52">
                  <a:extLst>
                    <a:ext uri="{FF2B5EF4-FFF2-40B4-BE49-F238E27FC236}">
                      <a16:creationId xmlns:a16="http://schemas.microsoft.com/office/drawing/2014/main" id="{E5209DA2-1B8C-E8EE-05DB-36C8AB460467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8458200" y="2811780"/>
                  <a:ext cx="914400" cy="914400"/>
                </a:xfrm>
                <a:prstGeom prst="ellipse">
                  <a:avLst/>
                </a:prstGeom>
                <a:solidFill>
                  <a:schemeClr val="accent3"/>
                </a:solidFill>
                <a:ln w="1524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4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id-ID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47" name="Group 46">
                <a:extLst>
                  <a:ext uri="{FF2B5EF4-FFF2-40B4-BE49-F238E27FC236}">
                    <a16:creationId xmlns:a16="http://schemas.microsoft.com/office/drawing/2014/main" id="{A11D5A91-D8B9-7CFC-D649-F3420EA74613}"/>
                  </a:ext>
                </a:extLst>
              </p:cNvPr>
              <p:cNvGrpSpPr/>
              <p:nvPr userDrawn="1"/>
            </p:nvGrpSpPr>
            <p:grpSpPr>
              <a:xfrm>
                <a:off x="7978775" y="913447"/>
                <a:ext cx="479425" cy="481013"/>
                <a:chOff x="17164051" y="1144588"/>
                <a:chExt cx="479425" cy="481013"/>
              </a:xfrm>
              <a:solidFill>
                <a:schemeClr val="bg1"/>
              </a:solidFill>
            </p:grpSpPr>
            <p:sp>
              <p:nvSpPr>
                <p:cNvPr id="48" name="Freeform 252">
                  <a:extLst>
                    <a:ext uri="{FF2B5EF4-FFF2-40B4-BE49-F238E27FC236}">
                      <a16:creationId xmlns:a16="http://schemas.microsoft.com/office/drawing/2014/main" id="{7A7FF1CB-4F95-D563-4CBD-148C0F0132C1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7164051" y="1144588"/>
                  <a:ext cx="479425" cy="481013"/>
                </a:xfrm>
                <a:custGeom>
                  <a:avLst/>
                  <a:gdLst>
                    <a:gd name="T0" fmla="*/ 124 w 128"/>
                    <a:gd name="T1" fmla="*/ 107 h 128"/>
                    <a:gd name="T2" fmla="*/ 57 w 128"/>
                    <a:gd name="T3" fmla="*/ 40 h 128"/>
                    <a:gd name="T4" fmla="*/ 59 w 128"/>
                    <a:gd name="T5" fmla="*/ 29 h 128"/>
                    <a:gd name="T6" fmla="*/ 29 w 128"/>
                    <a:gd name="T7" fmla="*/ 0 h 128"/>
                    <a:gd name="T8" fmla="*/ 22 w 128"/>
                    <a:gd name="T9" fmla="*/ 1 h 128"/>
                    <a:gd name="T10" fmla="*/ 39 w 128"/>
                    <a:gd name="T11" fmla="*/ 18 h 128"/>
                    <a:gd name="T12" fmla="*/ 34 w 128"/>
                    <a:gd name="T13" fmla="*/ 34 h 128"/>
                    <a:gd name="T14" fmla="*/ 19 w 128"/>
                    <a:gd name="T15" fmla="*/ 39 h 128"/>
                    <a:gd name="T16" fmla="*/ 19 w 128"/>
                    <a:gd name="T17" fmla="*/ 39 h 128"/>
                    <a:gd name="T18" fmla="*/ 1 w 128"/>
                    <a:gd name="T19" fmla="*/ 22 h 128"/>
                    <a:gd name="T20" fmla="*/ 0 w 128"/>
                    <a:gd name="T21" fmla="*/ 29 h 128"/>
                    <a:gd name="T22" fmla="*/ 29 w 128"/>
                    <a:gd name="T23" fmla="*/ 59 h 128"/>
                    <a:gd name="T24" fmla="*/ 40 w 128"/>
                    <a:gd name="T25" fmla="*/ 57 h 128"/>
                    <a:gd name="T26" fmla="*/ 107 w 128"/>
                    <a:gd name="T27" fmla="*/ 124 h 128"/>
                    <a:gd name="T28" fmla="*/ 116 w 128"/>
                    <a:gd name="T29" fmla="*/ 128 h 128"/>
                    <a:gd name="T30" fmla="*/ 128 w 128"/>
                    <a:gd name="T31" fmla="*/ 116 h 128"/>
                    <a:gd name="T32" fmla="*/ 124 w 128"/>
                    <a:gd name="T33" fmla="*/ 107 h 128"/>
                    <a:gd name="T34" fmla="*/ 116 w 128"/>
                    <a:gd name="T35" fmla="*/ 121 h 128"/>
                    <a:gd name="T36" fmla="*/ 111 w 128"/>
                    <a:gd name="T37" fmla="*/ 116 h 128"/>
                    <a:gd name="T38" fmla="*/ 116 w 128"/>
                    <a:gd name="T39" fmla="*/ 111 h 128"/>
                    <a:gd name="T40" fmla="*/ 121 w 128"/>
                    <a:gd name="T41" fmla="*/ 116 h 128"/>
                    <a:gd name="T42" fmla="*/ 116 w 128"/>
                    <a:gd name="T43" fmla="*/ 121 h 1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</a:cxnLst>
                  <a:rect l="0" t="0" r="r" b="b"/>
                  <a:pathLst>
                    <a:path w="128" h="128">
                      <a:moveTo>
                        <a:pt x="124" y="107"/>
                      </a:moveTo>
                      <a:cubicBezTo>
                        <a:pt x="57" y="40"/>
                        <a:pt x="57" y="40"/>
                        <a:pt x="57" y="40"/>
                      </a:cubicBezTo>
                      <a:cubicBezTo>
                        <a:pt x="58" y="36"/>
                        <a:pt x="59" y="33"/>
                        <a:pt x="59" y="29"/>
                      </a:cubicBezTo>
                      <a:cubicBezTo>
                        <a:pt x="59" y="13"/>
                        <a:pt x="46" y="0"/>
                        <a:pt x="29" y="0"/>
                      </a:cubicBezTo>
                      <a:cubicBezTo>
                        <a:pt x="27" y="0"/>
                        <a:pt x="24" y="0"/>
                        <a:pt x="22" y="1"/>
                      </a:cubicBezTo>
                      <a:cubicBezTo>
                        <a:pt x="39" y="18"/>
                        <a:pt x="39" y="18"/>
                        <a:pt x="39" y="18"/>
                      </a:cubicBezTo>
                      <a:cubicBezTo>
                        <a:pt x="42" y="21"/>
                        <a:pt x="40" y="28"/>
                        <a:pt x="34" y="34"/>
                      </a:cubicBezTo>
                      <a:cubicBezTo>
                        <a:pt x="28" y="40"/>
                        <a:pt x="21" y="42"/>
                        <a:pt x="19" y="39"/>
                      </a:cubicBezTo>
                      <a:cubicBezTo>
                        <a:pt x="19" y="39"/>
                        <a:pt x="19" y="39"/>
                        <a:pt x="19" y="39"/>
                      </a:cubicBezTo>
                      <a:cubicBezTo>
                        <a:pt x="1" y="22"/>
                        <a:pt x="1" y="22"/>
                        <a:pt x="1" y="22"/>
                      </a:cubicBezTo>
                      <a:cubicBezTo>
                        <a:pt x="0" y="24"/>
                        <a:pt x="0" y="27"/>
                        <a:pt x="0" y="29"/>
                      </a:cubicBezTo>
                      <a:cubicBezTo>
                        <a:pt x="0" y="46"/>
                        <a:pt x="13" y="59"/>
                        <a:pt x="29" y="59"/>
                      </a:cubicBezTo>
                      <a:cubicBezTo>
                        <a:pt x="33" y="59"/>
                        <a:pt x="36" y="58"/>
                        <a:pt x="40" y="57"/>
                      </a:cubicBezTo>
                      <a:cubicBezTo>
                        <a:pt x="107" y="124"/>
                        <a:pt x="107" y="124"/>
                        <a:pt x="107" y="124"/>
                      </a:cubicBezTo>
                      <a:cubicBezTo>
                        <a:pt x="109" y="127"/>
                        <a:pt x="112" y="128"/>
                        <a:pt x="116" y="128"/>
                      </a:cubicBezTo>
                      <a:cubicBezTo>
                        <a:pt x="122" y="128"/>
                        <a:pt x="128" y="122"/>
                        <a:pt x="128" y="116"/>
                      </a:cubicBezTo>
                      <a:cubicBezTo>
                        <a:pt x="128" y="112"/>
                        <a:pt x="127" y="109"/>
                        <a:pt x="124" y="107"/>
                      </a:cubicBezTo>
                      <a:close/>
                      <a:moveTo>
                        <a:pt x="116" y="121"/>
                      </a:moveTo>
                      <a:cubicBezTo>
                        <a:pt x="113" y="121"/>
                        <a:pt x="111" y="118"/>
                        <a:pt x="111" y="116"/>
                      </a:cubicBezTo>
                      <a:cubicBezTo>
                        <a:pt x="111" y="113"/>
                        <a:pt x="113" y="111"/>
                        <a:pt x="116" y="111"/>
                      </a:cubicBezTo>
                      <a:cubicBezTo>
                        <a:pt x="118" y="111"/>
                        <a:pt x="121" y="113"/>
                        <a:pt x="121" y="116"/>
                      </a:cubicBezTo>
                      <a:cubicBezTo>
                        <a:pt x="121" y="118"/>
                        <a:pt x="118" y="121"/>
                        <a:pt x="116" y="12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60960" tIns="30480" rIns="60960" bIns="3048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4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id-ID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49" name="Freeform 253">
                  <a:extLst>
                    <a:ext uri="{FF2B5EF4-FFF2-40B4-BE49-F238E27FC236}">
                      <a16:creationId xmlns:a16="http://schemas.microsoft.com/office/drawing/2014/main" id="{A8BAF95C-1BE4-B17E-D716-DAF07D823FF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433926" y="1144588"/>
                  <a:ext cx="209550" cy="211138"/>
                </a:xfrm>
                <a:custGeom>
                  <a:avLst/>
                  <a:gdLst>
                    <a:gd name="T0" fmla="*/ 30 w 56"/>
                    <a:gd name="T1" fmla="*/ 15 h 56"/>
                    <a:gd name="T2" fmla="*/ 34 w 56"/>
                    <a:gd name="T3" fmla="*/ 19 h 56"/>
                    <a:gd name="T4" fmla="*/ 8 w 56"/>
                    <a:gd name="T5" fmla="*/ 44 h 56"/>
                    <a:gd name="T6" fmla="*/ 12 w 56"/>
                    <a:gd name="T7" fmla="*/ 48 h 56"/>
                    <a:gd name="T8" fmla="*/ 37 w 56"/>
                    <a:gd name="T9" fmla="*/ 23 h 56"/>
                    <a:gd name="T10" fmla="*/ 41 w 56"/>
                    <a:gd name="T11" fmla="*/ 26 h 56"/>
                    <a:gd name="T12" fmla="*/ 16 w 56"/>
                    <a:gd name="T13" fmla="*/ 52 h 56"/>
                    <a:gd name="T14" fmla="*/ 20 w 56"/>
                    <a:gd name="T15" fmla="*/ 56 h 56"/>
                    <a:gd name="T16" fmla="*/ 52 w 56"/>
                    <a:gd name="T17" fmla="*/ 25 h 56"/>
                    <a:gd name="T18" fmla="*/ 52 w 56"/>
                    <a:gd name="T19" fmla="*/ 25 h 56"/>
                    <a:gd name="T20" fmla="*/ 56 w 56"/>
                    <a:gd name="T21" fmla="*/ 15 h 56"/>
                    <a:gd name="T22" fmla="*/ 41 w 56"/>
                    <a:gd name="T23" fmla="*/ 0 h 56"/>
                    <a:gd name="T24" fmla="*/ 31 w 56"/>
                    <a:gd name="T25" fmla="*/ 4 h 56"/>
                    <a:gd name="T26" fmla="*/ 0 w 56"/>
                    <a:gd name="T27" fmla="*/ 36 h 56"/>
                    <a:gd name="T28" fmla="*/ 4 w 56"/>
                    <a:gd name="T29" fmla="*/ 40 h 56"/>
                    <a:gd name="T30" fmla="*/ 30 w 56"/>
                    <a:gd name="T31" fmla="*/ 15 h 5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</a:cxnLst>
                  <a:rect l="0" t="0" r="r" b="b"/>
                  <a:pathLst>
                    <a:path w="56" h="56">
                      <a:moveTo>
                        <a:pt x="30" y="15"/>
                      </a:moveTo>
                      <a:cubicBezTo>
                        <a:pt x="34" y="19"/>
                        <a:pt x="34" y="19"/>
                        <a:pt x="34" y="19"/>
                      </a:cubicBezTo>
                      <a:cubicBezTo>
                        <a:pt x="8" y="44"/>
                        <a:pt x="8" y="44"/>
                        <a:pt x="8" y="44"/>
                      </a:cubicBezTo>
                      <a:cubicBezTo>
                        <a:pt x="12" y="48"/>
                        <a:pt x="12" y="48"/>
                        <a:pt x="12" y="48"/>
                      </a:cubicBezTo>
                      <a:cubicBezTo>
                        <a:pt x="37" y="23"/>
                        <a:pt x="37" y="23"/>
                        <a:pt x="37" y="23"/>
                      </a:cubicBezTo>
                      <a:cubicBezTo>
                        <a:pt x="41" y="26"/>
                        <a:pt x="41" y="26"/>
                        <a:pt x="41" y="26"/>
                      </a:cubicBezTo>
                      <a:cubicBezTo>
                        <a:pt x="16" y="52"/>
                        <a:pt x="16" y="52"/>
                        <a:pt x="16" y="52"/>
                      </a:cubicBezTo>
                      <a:cubicBezTo>
                        <a:pt x="20" y="56"/>
                        <a:pt x="20" y="56"/>
                        <a:pt x="20" y="56"/>
                      </a:cubicBezTo>
                      <a:cubicBezTo>
                        <a:pt x="52" y="25"/>
                        <a:pt x="52" y="25"/>
                        <a:pt x="52" y="25"/>
                      </a:cubicBezTo>
                      <a:cubicBezTo>
                        <a:pt x="52" y="25"/>
                        <a:pt x="52" y="25"/>
                        <a:pt x="52" y="25"/>
                      </a:cubicBezTo>
                      <a:cubicBezTo>
                        <a:pt x="54" y="22"/>
                        <a:pt x="56" y="19"/>
                        <a:pt x="56" y="15"/>
                      </a:cubicBezTo>
                      <a:cubicBezTo>
                        <a:pt x="56" y="7"/>
                        <a:pt x="49" y="0"/>
                        <a:pt x="41" y="0"/>
                      </a:cubicBezTo>
                      <a:cubicBezTo>
                        <a:pt x="37" y="0"/>
                        <a:pt x="34" y="2"/>
                        <a:pt x="31" y="4"/>
                      </a:cubicBezTo>
                      <a:cubicBezTo>
                        <a:pt x="0" y="36"/>
                        <a:pt x="0" y="36"/>
                        <a:pt x="0" y="36"/>
                      </a:cubicBezTo>
                      <a:cubicBezTo>
                        <a:pt x="4" y="40"/>
                        <a:pt x="4" y="40"/>
                        <a:pt x="4" y="40"/>
                      </a:cubicBezTo>
                      <a:lnTo>
                        <a:pt x="30" y="15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60960" tIns="30480" rIns="60960" bIns="3048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4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id-ID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50" name="Freeform 254">
                  <a:extLst>
                    <a:ext uri="{FF2B5EF4-FFF2-40B4-BE49-F238E27FC236}">
                      <a16:creationId xmlns:a16="http://schemas.microsoft.com/office/drawing/2014/main" id="{FC66B824-8991-0FE5-B5C4-D37CBC52F7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164051" y="1438275"/>
                  <a:ext cx="182563" cy="187325"/>
                </a:xfrm>
                <a:custGeom>
                  <a:avLst/>
                  <a:gdLst>
                    <a:gd name="T0" fmla="*/ 42 w 115"/>
                    <a:gd name="T1" fmla="*/ 59 h 118"/>
                    <a:gd name="T2" fmla="*/ 26 w 115"/>
                    <a:gd name="T3" fmla="*/ 59 h 118"/>
                    <a:gd name="T4" fmla="*/ 0 w 115"/>
                    <a:gd name="T5" fmla="*/ 101 h 118"/>
                    <a:gd name="T6" fmla="*/ 16 w 115"/>
                    <a:gd name="T7" fmla="*/ 118 h 118"/>
                    <a:gd name="T8" fmla="*/ 16 w 115"/>
                    <a:gd name="T9" fmla="*/ 118 h 118"/>
                    <a:gd name="T10" fmla="*/ 16 w 115"/>
                    <a:gd name="T11" fmla="*/ 118 h 118"/>
                    <a:gd name="T12" fmla="*/ 59 w 115"/>
                    <a:gd name="T13" fmla="*/ 92 h 118"/>
                    <a:gd name="T14" fmla="*/ 61 w 115"/>
                    <a:gd name="T15" fmla="*/ 73 h 118"/>
                    <a:gd name="T16" fmla="*/ 115 w 115"/>
                    <a:gd name="T17" fmla="*/ 16 h 118"/>
                    <a:gd name="T18" fmla="*/ 101 w 115"/>
                    <a:gd name="T19" fmla="*/ 0 h 118"/>
                    <a:gd name="T20" fmla="*/ 42 w 115"/>
                    <a:gd name="T21" fmla="*/ 59 h 1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115" h="118">
                      <a:moveTo>
                        <a:pt x="42" y="59"/>
                      </a:moveTo>
                      <a:lnTo>
                        <a:pt x="26" y="59"/>
                      </a:lnTo>
                      <a:lnTo>
                        <a:pt x="0" y="101"/>
                      </a:lnTo>
                      <a:lnTo>
                        <a:pt x="16" y="118"/>
                      </a:lnTo>
                      <a:lnTo>
                        <a:pt x="16" y="118"/>
                      </a:lnTo>
                      <a:lnTo>
                        <a:pt x="16" y="118"/>
                      </a:lnTo>
                      <a:lnTo>
                        <a:pt x="59" y="92"/>
                      </a:lnTo>
                      <a:lnTo>
                        <a:pt x="61" y="73"/>
                      </a:lnTo>
                      <a:lnTo>
                        <a:pt x="115" y="16"/>
                      </a:lnTo>
                      <a:lnTo>
                        <a:pt x="101" y="0"/>
                      </a:lnTo>
                      <a:lnTo>
                        <a:pt x="42" y="59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60960" tIns="30480" rIns="60960" bIns="3048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4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id-ID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</p:grpSp>
        <p:sp>
          <p:nvSpPr>
            <p:cNvPr id="79" name="Text Placeholder 8">
              <a:extLst>
                <a:ext uri="{FF2B5EF4-FFF2-40B4-BE49-F238E27FC236}">
                  <a16:creationId xmlns:a16="http://schemas.microsoft.com/office/drawing/2014/main" id="{9AE3606C-9381-007A-9903-D135DF274FC6}"/>
                </a:ext>
              </a:extLst>
            </p:cNvPr>
            <p:cNvSpPr txBox="1">
              <a:spLocks/>
            </p:cNvSpPr>
            <p:nvPr/>
          </p:nvSpPr>
          <p:spPr>
            <a:xfrm>
              <a:off x="5370373" y="263551"/>
              <a:ext cx="6421134" cy="609600"/>
            </a:xfrm>
            <a:prstGeom prst="rect">
              <a:avLst/>
            </a:prstGeom>
          </p:spPr>
          <p:txBody>
            <a:bodyPr anchor="ctr" anchorCtr="0"/>
            <a:lstStyle>
              <a:lvl1pPr marL="342900" indent="-342900" algn="l" defTabSz="1371600" rtl="0" eaLnBrk="1" latinLnBrk="0" hangingPunct="1">
                <a:lnSpc>
                  <a:spcPct val="90000"/>
                </a:lnSpc>
                <a:spcBef>
                  <a:spcPts val="1500"/>
                </a:spcBef>
                <a:buFont typeface="Arial" panose="020B0604020202020204" pitchFamily="34" charset="0"/>
                <a:buChar char="•"/>
                <a:defRPr sz="4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0287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7145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3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4003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0861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7719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44577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51435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8293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>
                <a:buNone/>
                <a:defRPr/>
              </a:pPr>
              <a:r>
                <a:rPr lang="en-US" sz="3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j-lt"/>
                </a:rPr>
                <a:t>Solution Comparison</a:t>
              </a:r>
              <a:endParaRPr lang="id-ID" sz="3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endParaRPr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1DCECD50-2573-E765-0730-27183116484B}"/>
              </a:ext>
            </a:extLst>
          </p:cNvPr>
          <p:cNvSpPr/>
          <p:nvPr/>
        </p:nvSpPr>
        <p:spPr>
          <a:xfrm>
            <a:off x="5606473" y="6528823"/>
            <a:ext cx="1237673" cy="3338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CH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265FE814-975D-28C4-EA10-C6B38358004A}"/>
              </a:ext>
            </a:extLst>
          </p:cNvPr>
          <p:cNvSpPr txBox="1">
            <a:spLocks/>
          </p:cNvSpPr>
          <p:nvPr/>
        </p:nvSpPr>
        <p:spPr>
          <a:xfrm>
            <a:off x="6176024" y="4827769"/>
            <a:ext cx="3376819" cy="609600"/>
          </a:xfrm>
          <a:prstGeom prst="rect">
            <a:avLst/>
          </a:prstGeom>
        </p:spPr>
        <p:txBody>
          <a:bodyPr anchor="ctr" anchorCtr="0"/>
          <a:lstStyle>
            <a:lvl1pPr marL="342900" indent="-342900" algn="l" defTabSz="1371600" rtl="0" eaLnBrk="1" latinLnBrk="0" hangingPunct="1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Char char="•"/>
              <a:defRPr sz="4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28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14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00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861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7719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457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143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829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371600" rtl="0" eaLnBrk="1" fontAlgn="auto" latinLnBrk="0" hangingPunct="1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id-ID" sz="2133" b="1" i="0" u="none" strike="noStrike" kern="1200" cap="none" spc="0" normalizeH="0" baseline="0" noProof="0" dirty="0">
              <a:ln>
                <a:noFill/>
              </a:ln>
              <a:solidFill>
                <a:srgbClr val="0065B0"/>
              </a:solidFill>
              <a:effectLst/>
              <a:uLnTx/>
              <a:uFillTx/>
              <a:latin typeface="Raleway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F80FC9-1FB8-358D-CD4C-619E525DB3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144" y="2311124"/>
            <a:ext cx="11411536" cy="2024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27873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F37699-71C8-2053-B7D7-84AB0B9307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1DD09CFF-7483-035D-B7F7-98849106CBA9}"/>
              </a:ext>
            </a:extLst>
          </p:cNvPr>
          <p:cNvGrpSpPr/>
          <p:nvPr/>
        </p:nvGrpSpPr>
        <p:grpSpPr>
          <a:xfrm>
            <a:off x="4646120" y="240621"/>
            <a:ext cx="7145387" cy="632530"/>
            <a:chOff x="4646120" y="240621"/>
            <a:chExt cx="7145387" cy="632530"/>
          </a:xfrm>
        </p:grpSpPr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16453E68-A392-C4DE-1547-C6085D34F753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646120" y="240621"/>
              <a:ext cx="609600" cy="609600"/>
              <a:chOff x="7680960" y="617220"/>
              <a:chExt cx="1097280" cy="1097280"/>
            </a:xfrm>
          </p:grpSpPr>
          <p:grpSp>
            <p:nvGrpSpPr>
              <p:cNvPr id="46" name="Group 45">
                <a:extLst>
                  <a:ext uri="{FF2B5EF4-FFF2-40B4-BE49-F238E27FC236}">
                    <a16:creationId xmlns:a16="http://schemas.microsoft.com/office/drawing/2014/main" id="{1301588C-9BD4-00F5-7275-1B75C00918DA}"/>
                  </a:ext>
                </a:extLst>
              </p:cNvPr>
              <p:cNvGrpSpPr/>
              <p:nvPr/>
            </p:nvGrpSpPr>
            <p:grpSpPr>
              <a:xfrm>
                <a:off x="7680960" y="617220"/>
                <a:ext cx="1097280" cy="1097280"/>
                <a:chOff x="8366760" y="2720340"/>
                <a:chExt cx="1097280" cy="1097280"/>
              </a:xfrm>
            </p:grpSpPr>
            <p:sp>
              <p:nvSpPr>
                <p:cNvPr id="51" name="Oval 50">
                  <a:extLst>
                    <a:ext uri="{FF2B5EF4-FFF2-40B4-BE49-F238E27FC236}">
                      <a16:creationId xmlns:a16="http://schemas.microsoft.com/office/drawing/2014/main" id="{3B20C342-2115-71B0-9DA8-93EB7861CAB5}"/>
                    </a:ext>
                  </a:extLst>
                </p:cNvPr>
                <p:cNvSpPr>
                  <a:spLocks noChangeAspect="1"/>
                </p:cNvSpPr>
                <p:nvPr userDrawn="1"/>
              </p:nvSpPr>
              <p:spPr>
                <a:xfrm>
                  <a:off x="8366760" y="2720340"/>
                  <a:ext cx="1097280" cy="1097280"/>
                </a:xfrm>
                <a:prstGeom prst="ellipse">
                  <a:avLst/>
                </a:prstGeom>
                <a:solidFill>
                  <a:schemeClr val="accent5"/>
                </a:solidFill>
                <a:ln w="1905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4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id-ID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52" name="Oval 51">
                  <a:extLst>
                    <a:ext uri="{FF2B5EF4-FFF2-40B4-BE49-F238E27FC236}">
                      <a16:creationId xmlns:a16="http://schemas.microsoft.com/office/drawing/2014/main" id="{CFDBD1D8-AC0A-1511-6FB6-0B665B03C5B8}"/>
                    </a:ext>
                  </a:extLst>
                </p:cNvPr>
                <p:cNvSpPr>
                  <a:spLocks noChangeAspect="1"/>
                </p:cNvSpPr>
                <p:nvPr userDrawn="1"/>
              </p:nvSpPr>
              <p:spPr>
                <a:xfrm>
                  <a:off x="8412480" y="2766060"/>
                  <a:ext cx="1005840" cy="1005840"/>
                </a:xfrm>
                <a:prstGeom prst="ellipse">
                  <a:avLst/>
                </a:prstGeom>
                <a:solidFill>
                  <a:schemeClr val="accent6"/>
                </a:solidFill>
                <a:ln w="1524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4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id-ID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53" name="Oval 52">
                  <a:extLst>
                    <a:ext uri="{FF2B5EF4-FFF2-40B4-BE49-F238E27FC236}">
                      <a16:creationId xmlns:a16="http://schemas.microsoft.com/office/drawing/2014/main" id="{EACBD39E-7239-4EA3-C396-520ADF55B376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8458200" y="2811780"/>
                  <a:ext cx="914400" cy="914400"/>
                </a:xfrm>
                <a:prstGeom prst="ellipse">
                  <a:avLst/>
                </a:prstGeom>
                <a:solidFill>
                  <a:schemeClr val="accent3"/>
                </a:solidFill>
                <a:ln w="1524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4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id-ID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47" name="Group 46">
                <a:extLst>
                  <a:ext uri="{FF2B5EF4-FFF2-40B4-BE49-F238E27FC236}">
                    <a16:creationId xmlns:a16="http://schemas.microsoft.com/office/drawing/2014/main" id="{83A83DE5-FE4B-E625-298B-ABAEFE56E189}"/>
                  </a:ext>
                </a:extLst>
              </p:cNvPr>
              <p:cNvGrpSpPr/>
              <p:nvPr userDrawn="1"/>
            </p:nvGrpSpPr>
            <p:grpSpPr>
              <a:xfrm>
                <a:off x="7978775" y="913447"/>
                <a:ext cx="479425" cy="481013"/>
                <a:chOff x="17164051" y="1144588"/>
                <a:chExt cx="479425" cy="481013"/>
              </a:xfrm>
              <a:solidFill>
                <a:schemeClr val="bg1"/>
              </a:solidFill>
            </p:grpSpPr>
            <p:sp>
              <p:nvSpPr>
                <p:cNvPr id="48" name="Freeform 252">
                  <a:extLst>
                    <a:ext uri="{FF2B5EF4-FFF2-40B4-BE49-F238E27FC236}">
                      <a16:creationId xmlns:a16="http://schemas.microsoft.com/office/drawing/2014/main" id="{0FEDCA3F-1013-721B-7240-95B3B4C74B8C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7164051" y="1144588"/>
                  <a:ext cx="479425" cy="481013"/>
                </a:xfrm>
                <a:custGeom>
                  <a:avLst/>
                  <a:gdLst>
                    <a:gd name="T0" fmla="*/ 124 w 128"/>
                    <a:gd name="T1" fmla="*/ 107 h 128"/>
                    <a:gd name="T2" fmla="*/ 57 w 128"/>
                    <a:gd name="T3" fmla="*/ 40 h 128"/>
                    <a:gd name="T4" fmla="*/ 59 w 128"/>
                    <a:gd name="T5" fmla="*/ 29 h 128"/>
                    <a:gd name="T6" fmla="*/ 29 w 128"/>
                    <a:gd name="T7" fmla="*/ 0 h 128"/>
                    <a:gd name="T8" fmla="*/ 22 w 128"/>
                    <a:gd name="T9" fmla="*/ 1 h 128"/>
                    <a:gd name="T10" fmla="*/ 39 w 128"/>
                    <a:gd name="T11" fmla="*/ 18 h 128"/>
                    <a:gd name="T12" fmla="*/ 34 w 128"/>
                    <a:gd name="T13" fmla="*/ 34 h 128"/>
                    <a:gd name="T14" fmla="*/ 19 w 128"/>
                    <a:gd name="T15" fmla="*/ 39 h 128"/>
                    <a:gd name="T16" fmla="*/ 19 w 128"/>
                    <a:gd name="T17" fmla="*/ 39 h 128"/>
                    <a:gd name="T18" fmla="*/ 1 w 128"/>
                    <a:gd name="T19" fmla="*/ 22 h 128"/>
                    <a:gd name="T20" fmla="*/ 0 w 128"/>
                    <a:gd name="T21" fmla="*/ 29 h 128"/>
                    <a:gd name="T22" fmla="*/ 29 w 128"/>
                    <a:gd name="T23" fmla="*/ 59 h 128"/>
                    <a:gd name="T24" fmla="*/ 40 w 128"/>
                    <a:gd name="T25" fmla="*/ 57 h 128"/>
                    <a:gd name="T26" fmla="*/ 107 w 128"/>
                    <a:gd name="T27" fmla="*/ 124 h 128"/>
                    <a:gd name="T28" fmla="*/ 116 w 128"/>
                    <a:gd name="T29" fmla="*/ 128 h 128"/>
                    <a:gd name="T30" fmla="*/ 128 w 128"/>
                    <a:gd name="T31" fmla="*/ 116 h 128"/>
                    <a:gd name="T32" fmla="*/ 124 w 128"/>
                    <a:gd name="T33" fmla="*/ 107 h 128"/>
                    <a:gd name="T34" fmla="*/ 116 w 128"/>
                    <a:gd name="T35" fmla="*/ 121 h 128"/>
                    <a:gd name="T36" fmla="*/ 111 w 128"/>
                    <a:gd name="T37" fmla="*/ 116 h 128"/>
                    <a:gd name="T38" fmla="*/ 116 w 128"/>
                    <a:gd name="T39" fmla="*/ 111 h 128"/>
                    <a:gd name="T40" fmla="*/ 121 w 128"/>
                    <a:gd name="T41" fmla="*/ 116 h 128"/>
                    <a:gd name="T42" fmla="*/ 116 w 128"/>
                    <a:gd name="T43" fmla="*/ 121 h 1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</a:cxnLst>
                  <a:rect l="0" t="0" r="r" b="b"/>
                  <a:pathLst>
                    <a:path w="128" h="128">
                      <a:moveTo>
                        <a:pt x="124" y="107"/>
                      </a:moveTo>
                      <a:cubicBezTo>
                        <a:pt x="57" y="40"/>
                        <a:pt x="57" y="40"/>
                        <a:pt x="57" y="40"/>
                      </a:cubicBezTo>
                      <a:cubicBezTo>
                        <a:pt x="58" y="36"/>
                        <a:pt x="59" y="33"/>
                        <a:pt x="59" y="29"/>
                      </a:cubicBezTo>
                      <a:cubicBezTo>
                        <a:pt x="59" y="13"/>
                        <a:pt x="46" y="0"/>
                        <a:pt x="29" y="0"/>
                      </a:cubicBezTo>
                      <a:cubicBezTo>
                        <a:pt x="27" y="0"/>
                        <a:pt x="24" y="0"/>
                        <a:pt x="22" y="1"/>
                      </a:cubicBezTo>
                      <a:cubicBezTo>
                        <a:pt x="39" y="18"/>
                        <a:pt x="39" y="18"/>
                        <a:pt x="39" y="18"/>
                      </a:cubicBezTo>
                      <a:cubicBezTo>
                        <a:pt x="42" y="21"/>
                        <a:pt x="40" y="28"/>
                        <a:pt x="34" y="34"/>
                      </a:cubicBezTo>
                      <a:cubicBezTo>
                        <a:pt x="28" y="40"/>
                        <a:pt x="21" y="42"/>
                        <a:pt x="19" y="39"/>
                      </a:cubicBezTo>
                      <a:cubicBezTo>
                        <a:pt x="19" y="39"/>
                        <a:pt x="19" y="39"/>
                        <a:pt x="19" y="39"/>
                      </a:cubicBezTo>
                      <a:cubicBezTo>
                        <a:pt x="1" y="22"/>
                        <a:pt x="1" y="22"/>
                        <a:pt x="1" y="22"/>
                      </a:cubicBezTo>
                      <a:cubicBezTo>
                        <a:pt x="0" y="24"/>
                        <a:pt x="0" y="27"/>
                        <a:pt x="0" y="29"/>
                      </a:cubicBezTo>
                      <a:cubicBezTo>
                        <a:pt x="0" y="46"/>
                        <a:pt x="13" y="59"/>
                        <a:pt x="29" y="59"/>
                      </a:cubicBezTo>
                      <a:cubicBezTo>
                        <a:pt x="33" y="59"/>
                        <a:pt x="36" y="58"/>
                        <a:pt x="40" y="57"/>
                      </a:cubicBezTo>
                      <a:cubicBezTo>
                        <a:pt x="107" y="124"/>
                        <a:pt x="107" y="124"/>
                        <a:pt x="107" y="124"/>
                      </a:cubicBezTo>
                      <a:cubicBezTo>
                        <a:pt x="109" y="127"/>
                        <a:pt x="112" y="128"/>
                        <a:pt x="116" y="128"/>
                      </a:cubicBezTo>
                      <a:cubicBezTo>
                        <a:pt x="122" y="128"/>
                        <a:pt x="128" y="122"/>
                        <a:pt x="128" y="116"/>
                      </a:cubicBezTo>
                      <a:cubicBezTo>
                        <a:pt x="128" y="112"/>
                        <a:pt x="127" y="109"/>
                        <a:pt x="124" y="107"/>
                      </a:cubicBezTo>
                      <a:close/>
                      <a:moveTo>
                        <a:pt x="116" y="121"/>
                      </a:moveTo>
                      <a:cubicBezTo>
                        <a:pt x="113" y="121"/>
                        <a:pt x="111" y="118"/>
                        <a:pt x="111" y="116"/>
                      </a:cubicBezTo>
                      <a:cubicBezTo>
                        <a:pt x="111" y="113"/>
                        <a:pt x="113" y="111"/>
                        <a:pt x="116" y="111"/>
                      </a:cubicBezTo>
                      <a:cubicBezTo>
                        <a:pt x="118" y="111"/>
                        <a:pt x="121" y="113"/>
                        <a:pt x="121" y="116"/>
                      </a:cubicBezTo>
                      <a:cubicBezTo>
                        <a:pt x="121" y="118"/>
                        <a:pt x="118" y="121"/>
                        <a:pt x="116" y="12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60960" tIns="30480" rIns="60960" bIns="3048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4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id-ID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49" name="Freeform 253">
                  <a:extLst>
                    <a:ext uri="{FF2B5EF4-FFF2-40B4-BE49-F238E27FC236}">
                      <a16:creationId xmlns:a16="http://schemas.microsoft.com/office/drawing/2014/main" id="{434F92E2-9B4A-9CA9-BEF5-DD65F87F05C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433926" y="1144588"/>
                  <a:ext cx="209550" cy="211138"/>
                </a:xfrm>
                <a:custGeom>
                  <a:avLst/>
                  <a:gdLst>
                    <a:gd name="T0" fmla="*/ 30 w 56"/>
                    <a:gd name="T1" fmla="*/ 15 h 56"/>
                    <a:gd name="T2" fmla="*/ 34 w 56"/>
                    <a:gd name="T3" fmla="*/ 19 h 56"/>
                    <a:gd name="T4" fmla="*/ 8 w 56"/>
                    <a:gd name="T5" fmla="*/ 44 h 56"/>
                    <a:gd name="T6" fmla="*/ 12 w 56"/>
                    <a:gd name="T7" fmla="*/ 48 h 56"/>
                    <a:gd name="T8" fmla="*/ 37 w 56"/>
                    <a:gd name="T9" fmla="*/ 23 h 56"/>
                    <a:gd name="T10" fmla="*/ 41 w 56"/>
                    <a:gd name="T11" fmla="*/ 26 h 56"/>
                    <a:gd name="T12" fmla="*/ 16 w 56"/>
                    <a:gd name="T13" fmla="*/ 52 h 56"/>
                    <a:gd name="T14" fmla="*/ 20 w 56"/>
                    <a:gd name="T15" fmla="*/ 56 h 56"/>
                    <a:gd name="T16" fmla="*/ 52 w 56"/>
                    <a:gd name="T17" fmla="*/ 25 h 56"/>
                    <a:gd name="T18" fmla="*/ 52 w 56"/>
                    <a:gd name="T19" fmla="*/ 25 h 56"/>
                    <a:gd name="T20" fmla="*/ 56 w 56"/>
                    <a:gd name="T21" fmla="*/ 15 h 56"/>
                    <a:gd name="T22" fmla="*/ 41 w 56"/>
                    <a:gd name="T23" fmla="*/ 0 h 56"/>
                    <a:gd name="T24" fmla="*/ 31 w 56"/>
                    <a:gd name="T25" fmla="*/ 4 h 56"/>
                    <a:gd name="T26" fmla="*/ 0 w 56"/>
                    <a:gd name="T27" fmla="*/ 36 h 56"/>
                    <a:gd name="T28" fmla="*/ 4 w 56"/>
                    <a:gd name="T29" fmla="*/ 40 h 56"/>
                    <a:gd name="T30" fmla="*/ 30 w 56"/>
                    <a:gd name="T31" fmla="*/ 15 h 5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</a:cxnLst>
                  <a:rect l="0" t="0" r="r" b="b"/>
                  <a:pathLst>
                    <a:path w="56" h="56">
                      <a:moveTo>
                        <a:pt x="30" y="15"/>
                      </a:moveTo>
                      <a:cubicBezTo>
                        <a:pt x="34" y="19"/>
                        <a:pt x="34" y="19"/>
                        <a:pt x="34" y="19"/>
                      </a:cubicBezTo>
                      <a:cubicBezTo>
                        <a:pt x="8" y="44"/>
                        <a:pt x="8" y="44"/>
                        <a:pt x="8" y="44"/>
                      </a:cubicBezTo>
                      <a:cubicBezTo>
                        <a:pt x="12" y="48"/>
                        <a:pt x="12" y="48"/>
                        <a:pt x="12" y="48"/>
                      </a:cubicBezTo>
                      <a:cubicBezTo>
                        <a:pt x="37" y="23"/>
                        <a:pt x="37" y="23"/>
                        <a:pt x="37" y="23"/>
                      </a:cubicBezTo>
                      <a:cubicBezTo>
                        <a:pt x="41" y="26"/>
                        <a:pt x="41" y="26"/>
                        <a:pt x="41" y="26"/>
                      </a:cubicBezTo>
                      <a:cubicBezTo>
                        <a:pt x="16" y="52"/>
                        <a:pt x="16" y="52"/>
                        <a:pt x="16" y="52"/>
                      </a:cubicBezTo>
                      <a:cubicBezTo>
                        <a:pt x="20" y="56"/>
                        <a:pt x="20" y="56"/>
                        <a:pt x="20" y="56"/>
                      </a:cubicBezTo>
                      <a:cubicBezTo>
                        <a:pt x="52" y="25"/>
                        <a:pt x="52" y="25"/>
                        <a:pt x="52" y="25"/>
                      </a:cubicBezTo>
                      <a:cubicBezTo>
                        <a:pt x="52" y="25"/>
                        <a:pt x="52" y="25"/>
                        <a:pt x="52" y="25"/>
                      </a:cubicBezTo>
                      <a:cubicBezTo>
                        <a:pt x="54" y="22"/>
                        <a:pt x="56" y="19"/>
                        <a:pt x="56" y="15"/>
                      </a:cubicBezTo>
                      <a:cubicBezTo>
                        <a:pt x="56" y="7"/>
                        <a:pt x="49" y="0"/>
                        <a:pt x="41" y="0"/>
                      </a:cubicBezTo>
                      <a:cubicBezTo>
                        <a:pt x="37" y="0"/>
                        <a:pt x="34" y="2"/>
                        <a:pt x="31" y="4"/>
                      </a:cubicBezTo>
                      <a:cubicBezTo>
                        <a:pt x="0" y="36"/>
                        <a:pt x="0" y="36"/>
                        <a:pt x="0" y="36"/>
                      </a:cubicBezTo>
                      <a:cubicBezTo>
                        <a:pt x="4" y="40"/>
                        <a:pt x="4" y="40"/>
                        <a:pt x="4" y="40"/>
                      </a:cubicBezTo>
                      <a:lnTo>
                        <a:pt x="30" y="15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60960" tIns="30480" rIns="60960" bIns="3048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4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id-ID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50" name="Freeform 254">
                  <a:extLst>
                    <a:ext uri="{FF2B5EF4-FFF2-40B4-BE49-F238E27FC236}">
                      <a16:creationId xmlns:a16="http://schemas.microsoft.com/office/drawing/2014/main" id="{40D9BF33-DE28-65E7-37DF-3DD0187392B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164051" y="1438275"/>
                  <a:ext cx="182563" cy="187325"/>
                </a:xfrm>
                <a:custGeom>
                  <a:avLst/>
                  <a:gdLst>
                    <a:gd name="T0" fmla="*/ 42 w 115"/>
                    <a:gd name="T1" fmla="*/ 59 h 118"/>
                    <a:gd name="T2" fmla="*/ 26 w 115"/>
                    <a:gd name="T3" fmla="*/ 59 h 118"/>
                    <a:gd name="T4" fmla="*/ 0 w 115"/>
                    <a:gd name="T5" fmla="*/ 101 h 118"/>
                    <a:gd name="T6" fmla="*/ 16 w 115"/>
                    <a:gd name="T7" fmla="*/ 118 h 118"/>
                    <a:gd name="T8" fmla="*/ 16 w 115"/>
                    <a:gd name="T9" fmla="*/ 118 h 118"/>
                    <a:gd name="T10" fmla="*/ 16 w 115"/>
                    <a:gd name="T11" fmla="*/ 118 h 118"/>
                    <a:gd name="T12" fmla="*/ 59 w 115"/>
                    <a:gd name="T13" fmla="*/ 92 h 118"/>
                    <a:gd name="T14" fmla="*/ 61 w 115"/>
                    <a:gd name="T15" fmla="*/ 73 h 118"/>
                    <a:gd name="T16" fmla="*/ 115 w 115"/>
                    <a:gd name="T17" fmla="*/ 16 h 118"/>
                    <a:gd name="T18" fmla="*/ 101 w 115"/>
                    <a:gd name="T19" fmla="*/ 0 h 118"/>
                    <a:gd name="T20" fmla="*/ 42 w 115"/>
                    <a:gd name="T21" fmla="*/ 59 h 1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115" h="118">
                      <a:moveTo>
                        <a:pt x="42" y="59"/>
                      </a:moveTo>
                      <a:lnTo>
                        <a:pt x="26" y="59"/>
                      </a:lnTo>
                      <a:lnTo>
                        <a:pt x="0" y="101"/>
                      </a:lnTo>
                      <a:lnTo>
                        <a:pt x="16" y="118"/>
                      </a:lnTo>
                      <a:lnTo>
                        <a:pt x="16" y="118"/>
                      </a:lnTo>
                      <a:lnTo>
                        <a:pt x="16" y="118"/>
                      </a:lnTo>
                      <a:lnTo>
                        <a:pt x="59" y="92"/>
                      </a:lnTo>
                      <a:lnTo>
                        <a:pt x="61" y="73"/>
                      </a:lnTo>
                      <a:lnTo>
                        <a:pt x="115" y="16"/>
                      </a:lnTo>
                      <a:lnTo>
                        <a:pt x="101" y="0"/>
                      </a:lnTo>
                      <a:lnTo>
                        <a:pt x="42" y="59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60960" tIns="30480" rIns="60960" bIns="3048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4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id-ID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</p:grpSp>
        <p:sp>
          <p:nvSpPr>
            <p:cNvPr id="79" name="Text Placeholder 8">
              <a:extLst>
                <a:ext uri="{FF2B5EF4-FFF2-40B4-BE49-F238E27FC236}">
                  <a16:creationId xmlns:a16="http://schemas.microsoft.com/office/drawing/2014/main" id="{52AC7504-F175-A7D8-27A5-F7D5AABB5135}"/>
                </a:ext>
              </a:extLst>
            </p:cNvPr>
            <p:cNvSpPr txBox="1">
              <a:spLocks/>
            </p:cNvSpPr>
            <p:nvPr/>
          </p:nvSpPr>
          <p:spPr>
            <a:xfrm>
              <a:off x="5370373" y="263551"/>
              <a:ext cx="6421134" cy="609600"/>
            </a:xfrm>
            <a:prstGeom prst="rect">
              <a:avLst/>
            </a:prstGeom>
          </p:spPr>
          <p:txBody>
            <a:bodyPr anchor="ctr" anchorCtr="0"/>
            <a:lstStyle>
              <a:lvl1pPr marL="342900" indent="-342900" algn="l" defTabSz="1371600" rtl="0" eaLnBrk="1" latinLnBrk="0" hangingPunct="1">
                <a:lnSpc>
                  <a:spcPct val="90000"/>
                </a:lnSpc>
                <a:spcBef>
                  <a:spcPts val="1500"/>
                </a:spcBef>
                <a:buFont typeface="Arial" panose="020B0604020202020204" pitchFamily="34" charset="0"/>
                <a:buChar char="•"/>
                <a:defRPr sz="4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0287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7145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3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4003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0861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7719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44577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51435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8293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>
                <a:buNone/>
                <a:defRPr/>
              </a:pPr>
              <a:r>
                <a:rPr lang="en-US" sz="3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j-lt"/>
                </a:rPr>
                <a:t>Decision Framework</a:t>
              </a:r>
              <a:endParaRPr lang="id-ID" sz="3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endParaRPr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490E8FE7-C81F-1BC7-8B63-D6BDECE02C67}"/>
              </a:ext>
            </a:extLst>
          </p:cNvPr>
          <p:cNvSpPr/>
          <p:nvPr/>
        </p:nvSpPr>
        <p:spPr>
          <a:xfrm>
            <a:off x="5606473" y="6528823"/>
            <a:ext cx="1237673" cy="3338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CH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5F451D32-0D0B-C731-6FC5-9F91C610107B}"/>
              </a:ext>
            </a:extLst>
          </p:cNvPr>
          <p:cNvSpPr txBox="1">
            <a:spLocks/>
          </p:cNvSpPr>
          <p:nvPr/>
        </p:nvSpPr>
        <p:spPr>
          <a:xfrm>
            <a:off x="6176024" y="4827769"/>
            <a:ext cx="3376819" cy="609600"/>
          </a:xfrm>
          <a:prstGeom prst="rect">
            <a:avLst/>
          </a:prstGeom>
        </p:spPr>
        <p:txBody>
          <a:bodyPr anchor="ctr" anchorCtr="0"/>
          <a:lstStyle>
            <a:lvl1pPr marL="342900" indent="-342900" algn="l" defTabSz="1371600" rtl="0" eaLnBrk="1" latinLnBrk="0" hangingPunct="1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Char char="•"/>
              <a:defRPr sz="4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28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14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00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861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7719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457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143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829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371600" rtl="0" eaLnBrk="1" fontAlgn="auto" latinLnBrk="0" hangingPunct="1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id-ID" sz="2133" b="1" i="0" u="none" strike="noStrike" kern="1200" cap="none" spc="0" normalizeH="0" baseline="0" noProof="0" dirty="0">
              <a:ln>
                <a:noFill/>
              </a:ln>
              <a:solidFill>
                <a:srgbClr val="0065B0"/>
              </a:solidFill>
              <a:effectLst/>
              <a:uLnTx/>
              <a:uFillTx/>
              <a:latin typeface="Raleway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5B17F60-22AC-C080-9DE3-66FB55BBB2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787" y="1623993"/>
            <a:ext cx="11346652" cy="3823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4472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D53074-385D-D794-B30B-3497A436B6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81B85B-3C2D-9153-415F-4EBD9BAF37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5559" y="3150017"/>
            <a:ext cx="3842773" cy="609600"/>
          </a:xfrm>
        </p:spPr>
        <p:txBody>
          <a:bodyPr>
            <a:normAutofit/>
          </a:bodyPr>
          <a:lstStyle/>
          <a:p>
            <a:pPr lvl="0" algn="l" defTabSz="1371600">
              <a:spcBef>
                <a:spcPts val="1500"/>
              </a:spcBef>
              <a:defRPr/>
            </a:pPr>
            <a:r>
              <a:rPr lang="en-US" sz="2800" dirty="0">
                <a:solidFill>
                  <a:srgbClr val="666666"/>
                </a:solidFill>
              </a:rPr>
              <a:t> The Wait is Over !</a:t>
            </a:r>
            <a:endParaRPr lang="id-ID" sz="2800" dirty="0">
              <a:solidFill>
                <a:srgbClr val="0065B0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7F5F5EE-735D-38D3-FA9E-29CE256AFD21}"/>
              </a:ext>
            </a:extLst>
          </p:cNvPr>
          <p:cNvSpPr/>
          <p:nvPr/>
        </p:nvSpPr>
        <p:spPr>
          <a:xfrm>
            <a:off x="5606473" y="6528823"/>
            <a:ext cx="1237673" cy="3338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CH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A2DE4CAF-E292-C3C8-C935-44B16A845569}"/>
              </a:ext>
            </a:extLst>
          </p:cNvPr>
          <p:cNvSpPr txBox="1">
            <a:spLocks/>
          </p:cNvSpPr>
          <p:nvPr/>
        </p:nvSpPr>
        <p:spPr>
          <a:xfrm>
            <a:off x="6176024" y="4827769"/>
            <a:ext cx="3376819" cy="609600"/>
          </a:xfrm>
          <a:prstGeom prst="rect">
            <a:avLst/>
          </a:prstGeom>
        </p:spPr>
        <p:txBody>
          <a:bodyPr anchor="ctr" anchorCtr="0"/>
          <a:lstStyle>
            <a:lvl1pPr marL="342900" indent="-342900" algn="l" defTabSz="1371600" rtl="0" eaLnBrk="1" latinLnBrk="0" hangingPunct="1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Char char="•"/>
              <a:defRPr sz="4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28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14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00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861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7719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457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143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829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371600" rtl="0" eaLnBrk="1" fontAlgn="auto" latinLnBrk="0" hangingPunct="1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id-ID" sz="2133" b="1" i="0" u="none" strike="noStrike" kern="1200" cap="none" spc="0" normalizeH="0" baseline="0" noProof="0" dirty="0">
              <a:ln>
                <a:noFill/>
              </a:ln>
              <a:solidFill>
                <a:srgbClr val="0065B0"/>
              </a:solidFill>
              <a:effectLst/>
              <a:uLnTx/>
              <a:uFillTx/>
              <a:latin typeface="Raleway"/>
              <a:ea typeface="+mn-ea"/>
              <a:cs typeface="+mn-cs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C79BD7F-D6B2-44DA-2A1C-623B66091428}"/>
              </a:ext>
            </a:extLst>
          </p:cNvPr>
          <p:cNvGrpSpPr>
            <a:grpSpLocks noChangeAspect="1"/>
          </p:cNvGrpSpPr>
          <p:nvPr/>
        </p:nvGrpSpPr>
        <p:grpSpPr>
          <a:xfrm>
            <a:off x="476986" y="3107977"/>
            <a:ext cx="609600" cy="609600"/>
            <a:chOff x="7680960" y="617220"/>
            <a:chExt cx="1097280" cy="1097280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649B84EF-8D51-32B3-094C-7597FF06B5F9}"/>
                </a:ext>
              </a:extLst>
            </p:cNvPr>
            <p:cNvGrpSpPr/>
            <p:nvPr/>
          </p:nvGrpSpPr>
          <p:grpSpPr>
            <a:xfrm>
              <a:off x="7680960" y="617220"/>
              <a:ext cx="1097280" cy="1097280"/>
              <a:chOff x="8366760" y="2720340"/>
              <a:chExt cx="1097280" cy="1097280"/>
            </a:xfrm>
          </p:grpSpPr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A5455764-7141-C483-B7B7-A208B03280AE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>
                <a:off x="8366760" y="2720340"/>
                <a:ext cx="1097280" cy="1097280"/>
              </a:xfrm>
              <a:prstGeom prst="ellipse">
                <a:avLst/>
              </a:prstGeom>
              <a:solidFill>
                <a:schemeClr val="accent5"/>
              </a:solidFill>
              <a:ln w="1905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4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DDFB2C3E-9131-C840-A1FD-DAA6A14CB008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>
                <a:off x="8412480" y="2766060"/>
                <a:ext cx="1005840" cy="1005840"/>
              </a:xfrm>
              <a:prstGeom prst="ellipse">
                <a:avLst/>
              </a:prstGeom>
              <a:solidFill>
                <a:schemeClr val="accent6"/>
              </a:solidFill>
              <a:ln w="152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4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31CDD935-2EDD-EADB-5F09-6B3582C531A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458202" y="2811780"/>
                <a:ext cx="914400" cy="914400"/>
              </a:xfrm>
              <a:prstGeom prst="ellipse">
                <a:avLst/>
              </a:prstGeom>
              <a:solidFill>
                <a:schemeClr val="accent3"/>
              </a:solidFill>
              <a:ln w="152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4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D94E80E2-6AC3-F793-B06B-3B7A81934A3C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7989092" y="937260"/>
              <a:ext cx="548640" cy="403785"/>
              <a:chOff x="8164513" y="7223125"/>
              <a:chExt cx="481013" cy="354013"/>
            </a:xfrm>
            <a:solidFill>
              <a:schemeClr val="bg1"/>
            </a:solidFill>
          </p:grpSpPr>
          <p:sp>
            <p:nvSpPr>
              <p:cNvPr id="21" name="Freeform 111">
                <a:extLst>
                  <a:ext uri="{FF2B5EF4-FFF2-40B4-BE49-F238E27FC236}">
                    <a16:creationId xmlns:a16="http://schemas.microsoft.com/office/drawing/2014/main" id="{3172401A-0A4F-0A29-0607-452DDBE627E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164513" y="7335838"/>
                <a:ext cx="334963" cy="241300"/>
              </a:xfrm>
              <a:custGeom>
                <a:avLst/>
                <a:gdLst>
                  <a:gd name="T0" fmla="*/ 30 w 89"/>
                  <a:gd name="T1" fmla="*/ 0 h 64"/>
                  <a:gd name="T2" fmla="*/ 10 w 89"/>
                  <a:gd name="T3" fmla="*/ 0 h 64"/>
                  <a:gd name="T4" fmla="*/ 10 w 89"/>
                  <a:gd name="T5" fmla="*/ 6 h 64"/>
                  <a:gd name="T6" fmla="*/ 0 w 89"/>
                  <a:gd name="T7" fmla="*/ 6 h 64"/>
                  <a:gd name="T8" fmla="*/ 0 w 89"/>
                  <a:gd name="T9" fmla="*/ 64 h 64"/>
                  <a:gd name="T10" fmla="*/ 89 w 89"/>
                  <a:gd name="T11" fmla="*/ 64 h 64"/>
                  <a:gd name="T12" fmla="*/ 89 w 89"/>
                  <a:gd name="T13" fmla="*/ 6 h 64"/>
                  <a:gd name="T14" fmla="*/ 30 w 89"/>
                  <a:gd name="T15" fmla="*/ 6 h 64"/>
                  <a:gd name="T16" fmla="*/ 30 w 89"/>
                  <a:gd name="T17" fmla="*/ 0 h 64"/>
                  <a:gd name="T18" fmla="*/ 59 w 89"/>
                  <a:gd name="T19" fmla="*/ 15 h 64"/>
                  <a:gd name="T20" fmla="*/ 79 w 89"/>
                  <a:gd name="T21" fmla="*/ 35 h 64"/>
                  <a:gd name="T22" fmla="*/ 59 w 89"/>
                  <a:gd name="T23" fmla="*/ 55 h 64"/>
                  <a:gd name="T24" fmla="*/ 39 w 89"/>
                  <a:gd name="T25" fmla="*/ 35 h 64"/>
                  <a:gd name="T26" fmla="*/ 59 w 89"/>
                  <a:gd name="T27" fmla="*/ 15 h 64"/>
                  <a:gd name="T28" fmla="*/ 30 w 89"/>
                  <a:gd name="T29" fmla="*/ 25 h 64"/>
                  <a:gd name="T30" fmla="*/ 10 w 89"/>
                  <a:gd name="T31" fmla="*/ 25 h 64"/>
                  <a:gd name="T32" fmla="*/ 10 w 89"/>
                  <a:gd name="T33" fmla="*/ 15 h 64"/>
                  <a:gd name="T34" fmla="*/ 30 w 89"/>
                  <a:gd name="T35" fmla="*/ 15 h 64"/>
                  <a:gd name="T36" fmla="*/ 30 w 89"/>
                  <a:gd name="T37" fmla="*/ 25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89" h="64">
                    <a:moveTo>
                      <a:pt x="30" y="0"/>
                    </a:moveTo>
                    <a:cubicBezTo>
                      <a:pt x="10" y="0"/>
                      <a:pt x="10" y="0"/>
                      <a:pt x="10" y="0"/>
                    </a:cubicBezTo>
                    <a:cubicBezTo>
                      <a:pt x="10" y="6"/>
                      <a:pt x="10" y="6"/>
                      <a:pt x="1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64"/>
                      <a:pt x="0" y="64"/>
                      <a:pt x="0" y="64"/>
                    </a:cubicBezTo>
                    <a:cubicBezTo>
                      <a:pt x="89" y="64"/>
                      <a:pt x="89" y="64"/>
                      <a:pt x="89" y="64"/>
                    </a:cubicBezTo>
                    <a:cubicBezTo>
                      <a:pt x="89" y="6"/>
                      <a:pt x="89" y="6"/>
                      <a:pt x="89" y="6"/>
                    </a:cubicBezTo>
                    <a:cubicBezTo>
                      <a:pt x="30" y="6"/>
                      <a:pt x="30" y="6"/>
                      <a:pt x="30" y="6"/>
                    </a:cubicBezTo>
                    <a:lnTo>
                      <a:pt x="30" y="0"/>
                    </a:lnTo>
                    <a:close/>
                    <a:moveTo>
                      <a:pt x="59" y="15"/>
                    </a:moveTo>
                    <a:cubicBezTo>
                      <a:pt x="70" y="15"/>
                      <a:pt x="79" y="24"/>
                      <a:pt x="79" y="35"/>
                    </a:cubicBezTo>
                    <a:cubicBezTo>
                      <a:pt x="79" y="46"/>
                      <a:pt x="70" y="55"/>
                      <a:pt x="59" y="55"/>
                    </a:cubicBezTo>
                    <a:cubicBezTo>
                      <a:pt x="48" y="55"/>
                      <a:pt x="39" y="46"/>
                      <a:pt x="39" y="35"/>
                    </a:cubicBezTo>
                    <a:cubicBezTo>
                      <a:pt x="39" y="24"/>
                      <a:pt x="48" y="15"/>
                      <a:pt x="59" y="15"/>
                    </a:cubicBezTo>
                    <a:close/>
                    <a:moveTo>
                      <a:pt x="30" y="25"/>
                    </a:moveTo>
                    <a:cubicBezTo>
                      <a:pt x="10" y="25"/>
                      <a:pt x="10" y="25"/>
                      <a:pt x="10" y="25"/>
                    </a:cubicBezTo>
                    <a:cubicBezTo>
                      <a:pt x="10" y="15"/>
                      <a:pt x="10" y="15"/>
                      <a:pt x="10" y="15"/>
                    </a:cubicBezTo>
                    <a:cubicBezTo>
                      <a:pt x="30" y="15"/>
                      <a:pt x="30" y="15"/>
                      <a:pt x="30" y="15"/>
                    </a:cubicBezTo>
                    <a:lnTo>
                      <a:pt x="30" y="2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0960" tIns="30480" rIns="60960" bIns="3048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4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2" name="Oval 112">
                <a:extLst>
                  <a:ext uri="{FF2B5EF4-FFF2-40B4-BE49-F238E27FC236}">
                    <a16:creationId xmlns:a16="http://schemas.microsoft.com/office/drawing/2014/main" id="{4707E835-B8C8-4E68-A4B4-5BBD4CFA67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348663" y="7431088"/>
                <a:ext cx="74613" cy="7461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0960" tIns="30480" rIns="60960" bIns="3048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4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3" name="Freeform 113">
                <a:extLst>
                  <a:ext uri="{FF2B5EF4-FFF2-40B4-BE49-F238E27FC236}">
                    <a16:creationId xmlns:a16="http://schemas.microsoft.com/office/drawing/2014/main" id="{53200242-132E-79B6-7F90-6B27BA804F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48663" y="7223125"/>
                <a:ext cx="296863" cy="307975"/>
              </a:xfrm>
              <a:custGeom>
                <a:avLst/>
                <a:gdLst>
                  <a:gd name="T0" fmla="*/ 26 w 187"/>
                  <a:gd name="T1" fmla="*/ 0 h 194"/>
                  <a:gd name="T2" fmla="*/ 0 w 187"/>
                  <a:gd name="T3" fmla="*/ 62 h 194"/>
                  <a:gd name="T4" fmla="*/ 21 w 187"/>
                  <a:gd name="T5" fmla="*/ 62 h 194"/>
                  <a:gd name="T6" fmla="*/ 35 w 187"/>
                  <a:gd name="T7" fmla="*/ 26 h 194"/>
                  <a:gd name="T8" fmla="*/ 161 w 187"/>
                  <a:gd name="T9" fmla="*/ 81 h 194"/>
                  <a:gd name="T10" fmla="*/ 123 w 187"/>
                  <a:gd name="T11" fmla="*/ 168 h 194"/>
                  <a:gd name="T12" fmla="*/ 116 w 187"/>
                  <a:gd name="T13" fmla="*/ 164 h 194"/>
                  <a:gd name="T14" fmla="*/ 116 w 187"/>
                  <a:gd name="T15" fmla="*/ 187 h 194"/>
                  <a:gd name="T16" fmla="*/ 135 w 187"/>
                  <a:gd name="T17" fmla="*/ 194 h 194"/>
                  <a:gd name="T18" fmla="*/ 187 w 187"/>
                  <a:gd name="T19" fmla="*/ 69 h 194"/>
                  <a:gd name="T20" fmla="*/ 26 w 187"/>
                  <a:gd name="T21" fmla="*/ 0 h 1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87" h="194">
                    <a:moveTo>
                      <a:pt x="26" y="0"/>
                    </a:moveTo>
                    <a:lnTo>
                      <a:pt x="0" y="62"/>
                    </a:lnTo>
                    <a:lnTo>
                      <a:pt x="21" y="62"/>
                    </a:lnTo>
                    <a:lnTo>
                      <a:pt x="35" y="26"/>
                    </a:lnTo>
                    <a:lnTo>
                      <a:pt x="161" y="81"/>
                    </a:lnTo>
                    <a:lnTo>
                      <a:pt x="123" y="168"/>
                    </a:lnTo>
                    <a:lnTo>
                      <a:pt x="116" y="164"/>
                    </a:lnTo>
                    <a:lnTo>
                      <a:pt x="116" y="187"/>
                    </a:lnTo>
                    <a:lnTo>
                      <a:pt x="135" y="194"/>
                    </a:lnTo>
                    <a:lnTo>
                      <a:pt x="187" y="69"/>
                    </a:lnTo>
                    <a:lnTo>
                      <a:pt x="26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0960" tIns="30480" rIns="60960" bIns="3048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4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pic>
        <p:nvPicPr>
          <p:cNvPr id="5" name="Picture 4" descr="DEMO&#10;&#10;AI-generated content may be incorrect.">
            <a:extLst>
              <a:ext uri="{FF2B5EF4-FFF2-40B4-BE49-F238E27FC236}">
                <a16:creationId xmlns:a16="http://schemas.microsoft.com/office/drawing/2014/main" id="{702AA2E0-73F9-7B6D-E2E4-9905EE5BDE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9351" y="579131"/>
            <a:ext cx="5665889" cy="561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6248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F3606E-EBF8-3BDF-5736-C0CA44713C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0A8AC91-6E2D-F991-39BE-527B662E960A}"/>
              </a:ext>
            </a:extLst>
          </p:cNvPr>
          <p:cNvSpPr/>
          <p:nvPr/>
        </p:nvSpPr>
        <p:spPr>
          <a:xfrm>
            <a:off x="5606473" y="6528823"/>
            <a:ext cx="1237673" cy="3338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CH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CC8F028B-89D7-3C77-6CD8-18C71A8A8770}"/>
              </a:ext>
            </a:extLst>
          </p:cNvPr>
          <p:cNvSpPr txBox="1">
            <a:spLocks/>
          </p:cNvSpPr>
          <p:nvPr/>
        </p:nvSpPr>
        <p:spPr>
          <a:xfrm>
            <a:off x="6176024" y="4827769"/>
            <a:ext cx="3376819" cy="609600"/>
          </a:xfrm>
          <a:prstGeom prst="rect">
            <a:avLst/>
          </a:prstGeom>
        </p:spPr>
        <p:txBody>
          <a:bodyPr anchor="ctr" anchorCtr="0"/>
          <a:lstStyle>
            <a:lvl1pPr marL="342900" indent="-342900" algn="l" defTabSz="1371600" rtl="0" eaLnBrk="1" latinLnBrk="0" hangingPunct="1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Char char="•"/>
              <a:defRPr sz="4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28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14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00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861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7719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457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143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829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371600" rtl="0" eaLnBrk="1" fontAlgn="auto" latinLnBrk="0" hangingPunct="1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id-ID" sz="2133" b="1" i="0" u="none" strike="noStrike" kern="1200" cap="none" spc="0" normalizeH="0" baseline="0" noProof="0" dirty="0">
              <a:ln>
                <a:noFill/>
              </a:ln>
              <a:solidFill>
                <a:srgbClr val="0065B0"/>
              </a:solidFill>
              <a:effectLst/>
              <a:uLnTx/>
              <a:uFillTx/>
              <a:latin typeface="Raleway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AE5CBE0-C7F7-6473-9E2A-3FA3710C4D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3648" y="83248"/>
            <a:ext cx="3144318" cy="2419564"/>
          </a:xfrm>
          <a:prstGeom prst="rect">
            <a:avLst/>
          </a:prstGeom>
        </p:spPr>
      </p:pic>
      <p:sp>
        <p:nvSpPr>
          <p:cNvPr id="14" name="Google Shape;524;p33">
            <a:extLst>
              <a:ext uri="{FF2B5EF4-FFF2-40B4-BE49-F238E27FC236}">
                <a16:creationId xmlns:a16="http://schemas.microsoft.com/office/drawing/2014/main" id="{39F913AE-D484-20D8-05FE-BC6D54050860}"/>
              </a:ext>
            </a:extLst>
          </p:cNvPr>
          <p:cNvSpPr txBox="1">
            <a:spLocks/>
          </p:cNvSpPr>
          <p:nvPr/>
        </p:nvSpPr>
        <p:spPr>
          <a:xfrm>
            <a:off x="5113881" y="2789728"/>
            <a:ext cx="6593700" cy="11598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>
            <a:lvl1pPr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4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</a:pPr>
            <a:r>
              <a:rPr lang="en-IN" sz="6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THANK YOU!!!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28B33B1-D62B-E7D4-DF6C-37F13E7D44D2}"/>
              </a:ext>
            </a:extLst>
          </p:cNvPr>
          <p:cNvGrpSpPr/>
          <p:nvPr/>
        </p:nvGrpSpPr>
        <p:grpSpPr>
          <a:xfrm>
            <a:off x="5113881" y="4480391"/>
            <a:ext cx="6097772" cy="1340674"/>
            <a:chOff x="5113881" y="4480391"/>
            <a:chExt cx="6097772" cy="1340674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CCEC5011-9AF7-B1F4-CE66-75495D6D3A9E}"/>
                </a:ext>
              </a:extLst>
            </p:cNvPr>
            <p:cNvSpPr txBox="1"/>
            <p:nvPr/>
          </p:nvSpPr>
          <p:spPr>
            <a:xfrm>
              <a:off x="5113881" y="4480391"/>
              <a:ext cx="6097772" cy="132343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7D3E6"/>
                </a:buClr>
                <a:buSzPts val="2400"/>
                <a:buFont typeface="Roboto Condensed Light"/>
                <a:buNone/>
                <a:tabLst/>
                <a:defRPr/>
              </a:pPr>
              <a:r>
                <a:rPr kumimoji="0" 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+mj-lt"/>
                  <a:ea typeface="Roboto Condensed Light"/>
                  <a:cs typeface="Roboto Condensed Light"/>
                  <a:sym typeface="Roboto Condensed Light"/>
                </a:rPr>
                <a:t>For any further questions ?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63248"/>
                </a:buClr>
                <a:buSzPts val="1100"/>
                <a:buFont typeface="Arial"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263248"/>
                  </a:solidFill>
                  <a:effectLst/>
                  <a:uLnTx/>
                  <a:uFillTx/>
                  <a:latin typeface="Roboto Condensed Light"/>
                  <a:ea typeface="Roboto Condensed Light"/>
                  <a:cs typeface="Roboto Condensed Light"/>
                  <a:sym typeface="Roboto Condensed Light"/>
                </a:rPr>
                <a:t>			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63248"/>
                </a:buClr>
                <a:buSzPts val="1100"/>
                <a:buFont typeface="Arial"/>
                <a:buNone/>
                <a:tabLst/>
                <a:defRPr/>
              </a:pPr>
              <a:r>
                <a:rPr lang="en-US" sz="1200" kern="0" dirty="0">
                  <a:solidFill>
                    <a:srgbClr val="263248"/>
                  </a:solidFill>
                  <a:latin typeface="Roboto Condensed Light"/>
                  <a:ea typeface="Roboto Condensed Light"/>
                  <a:cs typeface="Roboto Condensed Light"/>
                  <a:sym typeface="Roboto Condensed Light"/>
                </a:rPr>
                <a:t>		</a:t>
              </a:r>
              <a:r>
                <a:rPr kumimoji="0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+mj-lt"/>
                  <a:ea typeface="Roboto Condensed Light"/>
                  <a:cs typeface="Roboto Condensed Light"/>
                  <a:sym typeface="Roboto Condensed Light"/>
                </a:rPr>
                <a:t>You can write me at: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63248"/>
                </a:buClr>
                <a:buSzPts val="1100"/>
                <a:buFont typeface="Arial"/>
                <a:buNone/>
                <a:tabLst/>
                <a:defRPr/>
              </a:pPr>
              <a:endPara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+mj-lt"/>
                <a:ea typeface="Roboto Condensed Light"/>
                <a:cs typeface="Roboto Condensed Light"/>
                <a:sym typeface="Roboto Condensed Light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63248"/>
                </a:buClr>
                <a:buSzPts val="1100"/>
                <a:buFont typeface="Arial"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263248"/>
                  </a:solidFill>
                  <a:effectLst/>
                  <a:uLnTx/>
                  <a:uFillTx/>
                  <a:latin typeface="Roboto Condensed Light"/>
                  <a:ea typeface="Roboto Condensed Light"/>
                  <a:cs typeface="Roboto Condensed Light"/>
                  <a:sym typeface="Roboto Condensed Light"/>
                </a:rPr>
                <a:t>		</a:t>
              </a:r>
              <a:endParaRPr kumimoji="0" lang="en-US" sz="12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j-lt"/>
                <a:ea typeface="Roboto Condensed Light"/>
                <a:cs typeface="Roboto Condensed Light"/>
                <a:sym typeface="Roboto Condensed Light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63248"/>
                </a:buClr>
                <a:buSzPts val="1100"/>
                <a:buFont typeface="Arial"/>
                <a:buNone/>
                <a:tabLst/>
                <a:defRPr/>
              </a:pPr>
              <a:r>
                <a:rPr kumimoji="0" lang="en-US" sz="12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+mj-lt"/>
                  <a:ea typeface="Roboto Condensed Light"/>
                  <a:cs typeface="Roboto Condensed Light"/>
                  <a:sym typeface="Roboto Condensed Light"/>
                </a:rPr>
                <a:t>		a</a:t>
              </a:r>
              <a:r>
                <a:rPr kumimoji="0" lang="en-US" sz="1200" b="1" i="0" u="sng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+mj-lt"/>
                  <a:ea typeface="Roboto Condensed Light"/>
                  <a:cs typeface="Roboto Condensed Light"/>
                  <a:sym typeface="Roboto Condensed Light"/>
                </a:rPr>
                <a:t>rindam0310018@gmail.com</a:t>
              </a:r>
            </a:p>
          </p:txBody>
        </p:sp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1EEC0A5F-ADD9-1533-563A-50469CD067D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6686881" y="5491906"/>
              <a:ext cx="314529" cy="329159"/>
            </a:xfrm>
            <a:prstGeom prst="rect">
              <a:avLst/>
            </a:prstGeom>
          </p:spPr>
        </p:pic>
      </p:grpSp>
      <p:pic>
        <p:nvPicPr>
          <p:cNvPr id="9" name="Picture 8" descr="Scan me!&#10;&#10;AI-generated content may be incorrect.">
            <a:extLst>
              <a:ext uri="{FF2B5EF4-FFF2-40B4-BE49-F238E27FC236}">
                <a16:creationId xmlns:a16="http://schemas.microsoft.com/office/drawing/2014/main" id="{5B359E7C-F424-E663-01AC-263970016A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259" y="1223492"/>
            <a:ext cx="3454330" cy="4091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32545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Resume 1">
  <a:themeElements>
    <a:clrScheme name="Resume Dark Blu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56270"/>
      </a:accent1>
      <a:accent2>
        <a:srgbClr val="FF0066"/>
      </a:accent2>
      <a:accent3>
        <a:srgbClr val="0065B0"/>
      </a:accent3>
      <a:accent4>
        <a:srgbClr val="666666"/>
      </a:accent4>
      <a:accent5>
        <a:srgbClr val="CCCCCC"/>
      </a:accent5>
      <a:accent6>
        <a:srgbClr val="F0F0F0"/>
      </a:accent6>
      <a:hlink>
        <a:srgbClr val="0563C1"/>
      </a:hlink>
      <a:folHlink>
        <a:srgbClr val="954F72"/>
      </a:folHlink>
    </a:clrScheme>
    <a:fontScheme name="Custom 5">
      <a:majorFont>
        <a:latin typeface="Raleway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274</Words>
  <Application>Microsoft Office PowerPoint</Application>
  <PresentationFormat>Widescreen</PresentationFormat>
  <Paragraphs>50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Calibri</vt:lpstr>
      <vt:lpstr>Calibri Light</vt:lpstr>
      <vt:lpstr>Raleway</vt:lpstr>
      <vt:lpstr>Roboto Condensed Light</vt:lpstr>
      <vt:lpstr>Office</vt:lpstr>
      <vt:lpstr>Resume 1</vt:lpstr>
      <vt:lpstr>PowerPoint Presentation</vt:lpstr>
      <vt:lpstr>HOUSEKEEPING RULES</vt:lpstr>
      <vt:lpstr>PowerPoint Presentation</vt:lpstr>
      <vt:lpstr>TOPIC</vt:lpstr>
      <vt:lpstr>CONTENT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The Wait is Over !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Arindam Mitra</dc:title>
  <dc:creator>Arindam Mitra</dc:creator>
  <cp:lastModifiedBy>Arindam Mitra</cp:lastModifiedBy>
  <cp:revision>222</cp:revision>
  <dcterms:created xsi:type="dcterms:W3CDTF">2022-12-15T14:55:03Z</dcterms:created>
  <dcterms:modified xsi:type="dcterms:W3CDTF">2026-03-18T11:23:31Z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14d7ebe-5351-4c8a-84b8-b1b708b13eb2_Enabled">
    <vt:lpwstr>true</vt:lpwstr>
  </property>
  <property fmtid="{D5CDD505-2E9C-101B-9397-08002B2CF9AE}" pid="3" name="MSIP_Label_114d7ebe-5351-4c8a-84b8-b1b708b13eb2_SetDate">
    <vt:lpwstr>2024-01-08T14:07:37Z</vt:lpwstr>
  </property>
  <property fmtid="{D5CDD505-2E9C-101B-9397-08002B2CF9AE}" pid="4" name="MSIP_Label_114d7ebe-5351-4c8a-84b8-b1b708b13eb2_Method">
    <vt:lpwstr>Standard</vt:lpwstr>
  </property>
  <property fmtid="{D5CDD505-2E9C-101B-9397-08002B2CF9AE}" pid="5" name="MSIP_Label_114d7ebe-5351-4c8a-84b8-b1b708b13eb2_Name">
    <vt:lpwstr>Internal</vt:lpwstr>
  </property>
  <property fmtid="{D5CDD505-2E9C-101B-9397-08002B2CF9AE}" pid="6" name="MSIP_Label_114d7ebe-5351-4c8a-84b8-b1b708b13eb2_SiteId">
    <vt:lpwstr>8619c67c-945a-48ae-8e77-35b1b71c9b98</vt:lpwstr>
  </property>
  <property fmtid="{D5CDD505-2E9C-101B-9397-08002B2CF9AE}" pid="7" name="MSIP_Label_114d7ebe-5351-4c8a-84b8-b1b708b13eb2_ActionId">
    <vt:lpwstr>3bd9db28-1a4b-450e-93e9-b2f0e18a163e</vt:lpwstr>
  </property>
  <property fmtid="{D5CDD505-2E9C-101B-9397-08002B2CF9AE}" pid="8" name="MSIP_Label_114d7ebe-5351-4c8a-84b8-b1b708b13eb2_ContentBits">
    <vt:lpwstr>2</vt:lpwstr>
  </property>
  <property fmtid="{D5CDD505-2E9C-101B-9397-08002B2CF9AE}" pid="9" name="ClassificationContentMarkingFooterLocations">
    <vt:lpwstr>Office:8\Resume 1:8</vt:lpwstr>
  </property>
  <property fmtid="{D5CDD505-2E9C-101B-9397-08002B2CF9AE}" pid="10" name="ClassificationContentMarkingFooterText">
    <vt:lpwstr>Axpo - Internal </vt:lpwstr>
  </property>
</Properties>
</file>