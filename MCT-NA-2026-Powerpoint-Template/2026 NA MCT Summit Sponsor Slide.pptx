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6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6699"/>
    <a:srgbClr val="99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A7B700-70BA-273B-2A0E-A41E22F61BA7}" v="2" dt="2026-03-14T12:28:06.3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1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ather Severino" userId="S::hseverino@mct-isc.com::367fb3bc-2564-473b-aa45-2a319e20042d" providerId="AD" clId="Web-{82A7B700-70BA-273B-2A0E-A41E22F61BA7}"/>
    <pc:docChg chg="addSld delSld">
      <pc:chgData name="Heather Severino" userId="S::hseverino@mct-isc.com::367fb3bc-2564-473b-aa45-2a319e20042d" providerId="AD" clId="Web-{82A7B700-70BA-273B-2A0E-A41E22F61BA7}" dt="2026-03-14T12:28:06.364" v="1"/>
      <pc:docMkLst>
        <pc:docMk/>
      </pc:docMkLst>
      <pc:sldChg chg="del">
        <pc:chgData name="Heather Severino" userId="S::hseverino@mct-isc.com::367fb3bc-2564-473b-aa45-2a319e20042d" providerId="AD" clId="Web-{82A7B700-70BA-273B-2A0E-A41E22F61BA7}" dt="2026-03-14T12:28:06.364" v="1"/>
        <pc:sldMkLst>
          <pc:docMk/>
          <pc:sldMk cId="2291157376" sldId="267"/>
        </pc:sldMkLst>
      </pc:sldChg>
      <pc:sldChg chg="add">
        <pc:chgData name="Heather Severino" userId="S::hseverino@mct-isc.com::367fb3bc-2564-473b-aa45-2a319e20042d" providerId="AD" clId="Web-{82A7B700-70BA-273B-2A0E-A41E22F61BA7}" dt="2026-03-14T12:27:58.239" v="0"/>
        <pc:sldMkLst>
          <pc:docMk/>
          <pc:sldMk cId="2453955357" sldId="268"/>
        </pc:sldMkLst>
      </pc:sldChg>
    </pc:docChg>
  </pc:docChgLst>
  <pc:docChgLst>
    <pc:chgData name="Heather Severino" userId="S::hseverino@mct-isc.com::367fb3bc-2564-473b-aa45-2a319e20042d" providerId="AD" clId="Web-{600E0C17-8BE1-228B-B077-FAC16CCD10F7}"/>
    <pc:docChg chg="delSld">
      <pc:chgData name="Heather Severino" userId="S::hseverino@mct-isc.com::367fb3bc-2564-473b-aa45-2a319e20042d" providerId="AD" clId="Web-{600E0C17-8BE1-228B-B077-FAC16CCD10F7}" dt="2026-03-11T11:33:00.370" v="6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C8F335-29B0-4406-BB23-82266E501C4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B4BEEF-FFC7-40BA-8750-B9C4DCD13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225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FF8F5-262B-F0EF-3607-52AF1ED4A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90BDD4-2335-B46F-B81A-C7336EB300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D05655-0913-285A-9E24-4B774D8FBF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C14DD-D562-21C4-B161-40B4D1D99B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4BEEF-FFC7-40BA-8750-B9C4DCD13F4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64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BFD8F-B006-BFC0-14F6-1312BF23A7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C0E71E-A339-6BA8-5EC1-F54500780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7A649-96F3-A186-6F97-48F33E028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CFFC-ABDC-4188-A6D5-FA84D5251B8E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43ABC-A4E2-209E-DADF-C95D043A5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BDCAF-8456-D4B9-22D6-950432008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BC0E8-4B7A-4093-AB1D-D60A2D9F2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987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D38AF-BF6E-EB0A-86C7-5D1A6FC3B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44712-186C-116A-D58B-CDCD65633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18D94-7594-A020-F0C8-9218A4766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CFFC-ABDC-4188-A6D5-FA84D5251B8E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A00B3-0C5E-1DF8-F022-BB669BD6F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F7480-D233-DFD8-C13F-98130F00D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BC0E8-4B7A-4093-AB1D-D60A2D9F2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234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9D55C-76A6-7BB6-D1EA-676B0CCDB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84CC95-3348-B2C5-F6B9-D7FC6D3DE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C91E1-3507-F08E-6F18-7DD0BCE19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CFFC-ABDC-4188-A6D5-FA84D5251B8E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F13E5-3FC9-1170-3972-DDC4FEE29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BF8C2-7396-C7B0-FE35-993EAA3BF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BC0E8-4B7A-4093-AB1D-D60A2D9F2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692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7B515-10BA-D467-9462-83D93649E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EE054-9519-3E13-10D3-14BD14F090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35109D-DE47-70A6-7A52-681B4E8268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368D41-98C9-5C4D-CF0C-EF2B041E0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CFFC-ABDC-4188-A6D5-FA84D5251B8E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FC5232-2B79-79AD-BF87-2AAB9518F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D10267-0A28-D266-BD11-6E38B44AA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BC0E8-4B7A-4093-AB1D-D60A2D9F2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232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7B117-C622-5F81-0225-C5BBD2DB3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16209C-78A8-AD7E-3565-AF45B61E62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6835B2-0E3D-36B8-A6BA-CFC1EAA757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68DAD8-8866-6BCD-8C82-BB0561F704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157121-B2F2-FDD3-590F-01CC2389FD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865982-2796-73C0-7C6F-504842626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CFFC-ABDC-4188-A6D5-FA84D5251B8E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F59DFD-516A-AFA4-EBDB-469931F17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DED625-4B4E-FA7E-0B8A-A1E32FB71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BC0E8-4B7A-4093-AB1D-D60A2D9F2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494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6B16C-637F-ED60-8749-23A67E828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430D1C-1998-2274-1CFC-71F3AAEC4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CFFC-ABDC-4188-A6D5-FA84D5251B8E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F19836-3902-B1F0-0AB7-9AAF33972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2FB5F6-1FCA-5F8D-6766-16E465E51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BC0E8-4B7A-4093-AB1D-D60A2D9F2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109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A58548-9819-5EDF-0AD2-AC9B44487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CFFC-ABDC-4188-A6D5-FA84D5251B8E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27EE41-FD08-4C0A-8918-94E04A4AE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861877-76FB-0EF1-0922-3F4EDD440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BC0E8-4B7A-4093-AB1D-D60A2D9F2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982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36767-D9B9-6677-1A96-193C80149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DE11A-9ACC-1F65-4754-96A5E4834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4452D3-50A3-5BE5-6612-5A03CF2455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D5CFD3-BDD6-7FB3-EB3B-A38026728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CFFC-ABDC-4188-A6D5-FA84D5251B8E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A2CB21-2206-AA42-85AE-E144C2F36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1D860C-6965-7099-C153-5EEBE14C9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BC0E8-4B7A-4093-AB1D-D60A2D9F2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946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BE1F9-A576-F581-C1DA-99E664BE8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2F8F12-0550-61AF-ADD6-7F7F4D9DE5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513D6A-C3E3-C51F-6FDC-3B83437003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D92744-3588-DCB2-610B-7067D5900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CFFC-ABDC-4188-A6D5-FA84D5251B8E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49C520-9E77-DC03-0263-5F56AEBAC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583D0A-97B3-640F-DB3D-C50B0E2AE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BC0E8-4B7A-4093-AB1D-D60A2D9F2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036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C06F7-D2DE-631F-5337-AF24D1F67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8BD15F-BC65-1665-7D5C-6A774A803F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CC275-A98B-1A45-C026-7CB3A0A57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CFFC-ABDC-4188-A6D5-FA84D5251B8E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A9DCD5-BDE4-F119-5C88-1DFFB1174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2154A-917F-9F81-73F2-78102B19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BC0E8-4B7A-4093-AB1D-D60A2D9F2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679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5F4BE6-F632-5B3C-D5DD-4C2360D90D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2525DE-50FF-2540-8C75-F55F6853AF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4854B-6F4C-1EBA-ED28-7E2FB42B4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CFFC-ABDC-4188-A6D5-FA84D5251B8E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C41CD-0FCB-C2D1-E111-4148F65AB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73882-8DD8-58A4-23E5-09B4ECBF4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BC0E8-4B7A-4093-AB1D-D60A2D9F2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1195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5EE29-A9B8-17D5-2EFB-AEE01BAE6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061138-D857-50AC-7136-F6E16D533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CFFC-ABDC-4188-A6D5-FA84D5251B8E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21062C-E390-D0FC-5832-F1D7D528E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5761B6-34DF-167A-0344-55A8E8F8F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BC0E8-4B7A-4093-AB1D-D60A2D9F2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134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A7F674-A14C-6E6A-D797-88A66190C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739450-E834-0174-CA33-E1617ECF26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1B0D6-83E4-5F0E-5786-DC07FFAA65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E7CFFC-ABDC-4188-A6D5-FA84D5251B8E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0DF87-6DE6-1F8A-1365-77AAB80EA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9EB3FC-84F8-4EB2-64B8-5117E5DD85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1BC0E8-4B7A-4093-AB1D-D60A2D9F2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354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C2E1E3-3D20-5DD1-DFCD-7F07551A4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5C034A2-6799-0027-53A9-905C9A26D7D6}"/>
              </a:ext>
            </a:extLst>
          </p:cNvPr>
          <p:cNvSpPr/>
          <p:nvPr/>
        </p:nvSpPr>
        <p:spPr>
          <a:xfrm>
            <a:off x="-2" y="10753"/>
            <a:ext cx="12192002" cy="1381523"/>
          </a:xfrm>
          <a:prstGeom prst="rect">
            <a:avLst/>
          </a:prstGeom>
          <a:solidFill>
            <a:srgbClr val="666699"/>
          </a:solidFill>
          <a:ln>
            <a:solidFill>
              <a:srgbClr val="6666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A67657-B9E3-A7DB-963A-64385F7FCBE1}"/>
              </a:ext>
            </a:extLst>
          </p:cNvPr>
          <p:cNvSpPr txBox="1"/>
          <p:nvPr/>
        </p:nvSpPr>
        <p:spPr>
          <a:xfrm>
            <a:off x="2019301" y="333681"/>
            <a:ext cx="86550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Montserrat" panose="00000500000000000000" pitchFamily="2" charset="0"/>
              </a:rPr>
              <a:t>THANK YOU TO OUR SPONSORS</a:t>
            </a:r>
          </a:p>
        </p:txBody>
      </p:sp>
      <p:sp>
        <p:nvSpPr>
          <p:cNvPr id="3" name="Rectangle 2" descr="Sponsor box">
            <a:extLst>
              <a:ext uri="{FF2B5EF4-FFF2-40B4-BE49-F238E27FC236}">
                <a16:creationId xmlns:a16="http://schemas.microsoft.com/office/drawing/2014/main" id="{814BAF7A-89A3-1237-605B-4B94A7E0347C}"/>
              </a:ext>
            </a:extLst>
          </p:cNvPr>
          <p:cNvSpPr/>
          <p:nvPr/>
        </p:nvSpPr>
        <p:spPr>
          <a:xfrm>
            <a:off x="207755" y="1613274"/>
            <a:ext cx="11807492" cy="18049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 descr="Diamond Sponsor">
            <a:extLst>
              <a:ext uri="{FF2B5EF4-FFF2-40B4-BE49-F238E27FC236}">
                <a16:creationId xmlns:a16="http://schemas.microsoft.com/office/drawing/2014/main" id="{7CB6C2A9-F747-163E-895B-071688AF8116}"/>
              </a:ext>
            </a:extLst>
          </p:cNvPr>
          <p:cNvSpPr txBox="1"/>
          <p:nvPr/>
        </p:nvSpPr>
        <p:spPr>
          <a:xfrm>
            <a:off x="320487" y="1667661"/>
            <a:ext cx="318391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>
                <a:latin typeface="Montserrat"/>
              </a:rPr>
              <a:t>DIAMOND  SPONSORS</a:t>
            </a:r>
            <a:endParaRPr lang="en-US" sz="2000" dirty="0">
              <a:latin typeface="Montserrat"/>
            </a:endParaRPr>
          </a:p>
        </p:txBody>
      </p:sp>
      <p:pic>
        <p:nvPicPr>
          <p:cNvPr id="18" name="Picture 14" descr="Microsoft logo">
            <a:extLst>
              <a:ext uri="{FF2B5EF4-FFF2-40B4-BE49-F238E27FC236}">
                <a16:creationId xmlns:a16="http://schemas.microsoft.com/office/drawing/2014/main" id="{189C8D32-85C0-1928-406F-7FBF9D1758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14938" b="2291"/>
          <a:stretch/>
        </p:blipFill>
        <p:spPr bwMode="auto">
          <a:xfrm>
            <a:off x="1003804" y="2205448"/>
            <a:ext cx="3721371" cy="919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A white circle with a tower and text&#10;&#10;Description automatically generated">
            <a:extLst>
              <a:ext uri="{FF2B5EF4-FFF2-40B4-BE49-F238E27FC236}">
                <a16:creationId xmlns:a16="http://schemas.microsoft.com/office/drawing/2014/main" id="{C33676B0-910A-6D4C-4B1B-FCA6A1781D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2193"/>
            <a:ext cx="1724118" cy="1724118"/>
          </a:xfrm>
          <a:prstGeom prst="rect">
            <a:avLst/>
          </a:prstGeom>
        </p:spPr>
      </p:pic>
      <p:grpSp>
        <p:nvGrpSpPr>
          <p:cNvPr id="23" name="Group 22" descr="Sponsor box">
            <a:extLst>
              <a:ext uri="{FF2B5EF4-FFF2-40B4-BE49-F238E27FC236}">
                <a16:creationId xmlns:a16="http://schemas.microsoft.com/office/drawing/2014/main" id="{14785EF2-567A-5793-2E9D-F8B713438AB3}"/>
              </a:ext>
            </a:extLst>
          </p:cNvPr>
          <p:cNvGrpSpPr/>
          <p:nvPr/>
        </p:nvGrpSpPr>
        <p:grpSpPr>
          <a:xfrm>
            <a:off x="213489" y="3549954"/>
            <a:ext cx="3574774" cy="3142951"/>
            <a:chOff x="226503" y="3569164"/>
            <a:chExt cx="3574774" cy="3142951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687F799-90B7-C633-DE57-C7AF0C75690F}"/>
                </a:ext>
              </a:extLst>
            </p:cNvPr>
            <p:cNvSpPr/>
            <p:nvPr/>
          </p:nvSpPr>
          <p:spPr>
            <a:xfrm>
              <a:off x="226503" y="3569164"/>
              <a:ext cx="3574774" cy="314295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TextBox 21" descr="Gold Sponsors">
              <a:extLst>
                <a:ext uri="{FF2B5EF4-FFF2-40B4-BE49-F238E27FC236}">
                  <a16:creationId xmlns:a16="http://schemas.microsoft.com/office/drawing/2014/main" id="{D6107419-617F-076A-EBC8-4987309B8A59}"/>
                </a:ext>
              </a:extLst>
            </p:cNvPr>
            <p:cNvSpPr txBox="1"/>
            <p:nvPr/>
          </p:nvSpPr>
          <p:spPr>
            <a:xfrm>
              <a:off x="314596" y="3644891"/>
              <a:ext cx="2736760" cy="3693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dirty="0">
                  <a:latin typeface="Montserrat" panose="00000500000000000000" pitchFamily="2" charset="0"/>
                </a:rPr>
                <a:t>GOLD SPONSORS</a:t>
              </a:r>
            </a:p>
          </p:txBody>
        </p:sp>
        <p:pic>
          <p:nvPicPr>
            <p:cNvPr id="16" name="Picture 8" descr="MCT-ISC Logo">
              <a:extLst>
                <a:ext uri="{FF2B5EF4-FFF2-40B4-BE49-F238E27FC236}">
                  <a16:creationId xmlns:a16="http://schemas.microsoft.com/office/drawing/2014/main" id="{4108965F-1D19-6B60-E07D-C554A98415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5642" y="4761128"/>
              <a:ext cx="3414929" cy="8583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" name="Picture 6" descr="netlogo logo">
            <a:extLst>
              <a:ext uri="{FF2B5EF4-FFF2-40B4-BE49-F238E27FC236}">
                <a16:creationId xmlns:a16="http://schemas.microsoft.com/office/drawing/2014/main" id="{3A466D6F-8D2E-D150-A3B1-6E16889883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016"/>
          <a:stretch/>
        </p:blipFill>
        <p:spPr bwMode="auto">
          <a:xfrm>
            <a:off x="5430746" y="2074179"/>
            <a:ext cx="2597854" cy="1186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2" descr="Skillable logo">
            <a:extLst>
              <a:ext uri="{FF2B5EF4-FFF2-40B4-BE49-F238E27FC236}">
                <a16:creationId xmlns:a16="http://schemas.microsoft.com/office/drawing/2014/main" id="{4C5E8B00-1D3B-4479-BBBD-4BCCA45680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6040" y="2279087"/>
            <a:ext cx="2206760" cy="733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" name="Group 25" descr="XtremeLabs logo">
            <a:extLst>
              <a:ext uri="{FF2B5EF4-FFF2-40B4-BE49-F238E27FC236}">
                <a16:creationId xmlns:a16="http://schemas.microsoft.com/office/drawing/2014/main" id="{2CD265EB-10F2-6733-EED0-164230815ED9}"/>
              </a:ext>
            </a:extLst>
          </p:cNvPr>
          <p:cNvGrpSpPr/>
          <p:nvPr/>
        </p:nvGrpSpPr>
        <p:grpSpPr>
          <a:xfrm>
            <a:off x="4006166" y="3549955"/>
            <a:ext cx="8018705" cy="3142951"/>
            <a:chOff x="5790362" y="3556358"/>
            <a:chExt cx="8018705" cy="3142951"/>
          </a:xfrm>
        </p:grpSpPr>
        <p:sp>
          <p:nvSpPr>
            <p:cNvPr id="21" name="Rectangle 20" descr="Sponsor box">
              <a:extLst>
                <a:ext uri="{FF2B5EF4-FFF2-40B4-BE49-F238E27FC236}">
                  <a16:creationId xmlns:a16="http://schemas.microsoft.com/office/drawing/2014/main" id="{A8DD9EB6-B828-8ECD-7FC0-875F369546A9}"/>
                </a:ext>
              </a:extLst>
            </p:cNvPr>
            <p:cNvSpPr/>
            <p:nvPr/>
          </p:nvSpPr>
          <p:spPr>
            <a:xfrm>
              <a:off x="5790362" y="3556358"/>
              <a:ext cx="8018705" cy="314295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TextBox 13" descr="Bronze Sponsors">
              <a:extLst>
                <a:ext uri="{FF2B5EF4-FFF2-40B4-BE49-F238E27FC236}">
                  <a16:creationId xmlns:a16="http://schemas.microsoft.com/office/drawing/2014/main" id="{689A3271-BC55-D965-5878-6AFAFF98041B}"/>
                </a:ext>
              </a:extLst>
            </p:cNvPr>
            <p:cNvSpPr txBox="1"/>
            <p:nvPr/>
          </p:nvSpPr>
          <p:spPr>
            <a:xfrm>
              <a:off x="5934256" y="3632084"/>
              <a:ext cx="2736760" cy="3693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dirty="0">
                  <a:latin typeface="Montserrat" panose="00000500000000000000" pitchFamily="2" charset="0"/>
                </a:rPr>
                <a:t>BRONZE SPONSORS</a:t>
              </a:r>
            </a:p>
          </p:txBody>
        </p:sp>
        <p:pic>
          <p:nvPicPr>
            <p:cNvPr id="17" name="Picture 12">
              <a:extLst>
                <a:ext uri="{FF2B5EF4-FFF2-40B4-BE49-F238E27FC236}">
                  <a16:creationId xmlns:a16="http://schemas.microsoft.com/office/drawing/2014/main" id="{9CADCBFE-C32E-7671-C6F5-941950640B2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6625"/>
            <a:stretch/>
          </p:blipFill>
          <p:spPr bwMode="auto">
            <a:xfrm>
              <a:off x="6242280" y="4160201"/>
              <a:ext cx="3277541" cy="7915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19" descr="TechSmith logo">
              <a:extLst>
                <a:ext uri="{FF2B5EF4-FFF2-40B4-BE49-F238E27FC236}">
                  <a16:creationId xmlns:a16="http://schemas.microsoft.com/office/drawing/2014/main" id="{7234DA5D-7985-ED53-5976-896E3873956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37573" y="5554261"/>
              <a:ext cx="2417239" cy="312848"/>
            </a:xfrm>
            <a:prstGeom prst="rect">
              <a:avLst/>
            </a:prstGeom>
          </p:spPr>
        </p:pic>
        <p:pic>
          <p:nvPicPr>
            <p:cNvPr id="13" name="Picture 12" descr="go deploy logo">
              <a:extLst>
                <a:ext uri="{FF2B5EF4-FFF2-40B4-BE49-F238E27FC236}">
                  <a16:creationId xmlns:a16="http://schemas.microsoft.com/office/drawing/2014/main" id="{7E0DF500-962F-3A85-4894-4991565F13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260836" y="4217831"/>
              <a:ext cx="2880113" cy="673720"/>
            </a:xfrm>
            <a:prstGeom prst="rect">
              <a:avLst/>
            </a:prstGeom>
          </p:spPr>
        </p:pic>
      </p:grpSp>
      <p:pic>
        <p:nvPicPr>
          <p:cNvPr id="2" name="Picture 1" descr="A blue and orange logo&#10;&#10;Description automatically generated">
            <a:extLst>
              <a:ext uri="{FF2B5EF4-FFF2-40B4-BE49-F238E27FC236}">
                <a16:creationId xmlns:a16="http://schemas.microsoft.com/office/drawing/2014/main" id="{8EA50F40-D90E-45F6-EB4E-52E0921F7FC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05453" y="4652363"/>
            <a:ext cx="2455128" cy="2471057"/>
          </a:xfrm>
          <a:prstGeom prst="rect">
            <a:avLst/>
          </a:prstGeom>
        </p:spPr>
      </p:pic>
      <p:pic>
        <p:nvPicPr>
          <p:cNvPr id="6" name="Picture 5" descr="A blue text with a blue stripe&#10;&#10;AI-generated content may be incorrect.">
            <a:extLst>
              <a:ext uri="{FF2B5EF4-FFF2-40B4-BE49-F238E27FC236}">
                <a16:creationId xmlns:a16="http://schemas.microsoft.com/office/drawing/2014/main" id="{637E93F7-8D7A-3077-8A41-3C8EADA9879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15395" y="5119808"/>
            <a:ext cx="2324421" cy="96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955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ustom 1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2da75be-b2b1-421e-9f59-64fbb0d06827" xsi:nil="true"/>
    <lcf76f155ced4ddcb4097134ff3c332f xmlns="980b5d22-b9af-4df6-9241-e6a12532e42e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7C5A17D0602242B2129B72C3ED2C0E" ma:contentTypeVersion="10" ma:contentTypeDescription="Create a new document." ma:contentTypeScope="" ma:versionID="ad36d6ec30362988294df3556a354bd0">
  <xsd:schema xmlns:xsd="http://www.w3.org/2001/XMLSchema" xmlns:xs="http://www.w3.org/2001/XMLSchema" xmlns:p="http://schemas.microsoft.com/office/2006/metadata/properties" xmlns:ns2="980b5d22-b9af-4df6-9241-e6a12532e42e" xmlns:ns3="c2da75be-b2b1-421e-9f59-64fbb0d06827" targetNamespace="http://schemas.microsoft.com/office/2006/metadata/properties" ma:root="true" ma:fieldsID="296bd82e3f810e3641859519093c14e1" ns2:_="" ns3:_="">
    <xsd:import namespace="980b5d22-b9af-4df6-9241-e6a12532e42e"/>
    <xsd:import namespace="c2da75be-b2b1-421e-9f59-64fbb0d068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0b5d22-b9af-4df6-9241-e6a12532e4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2b881ee6-2d8b-47e1-93cb-6ae04f47c9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da75be-b2b1-421e-9f59-64fbb0d0682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b2359cf-10b7-4c9c-9a50-9397e414ea84}" ma:internalName="TaxCatchAll" ma:showField="CatchAllData" ma:web="c2da75be-b2b1-421e-9f59-64fbb0d068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7E5E244-490E-4D71-B5DA-B0588D5404F9}">
  <ds:schemaRefs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purl.org/dc/dcmitype/"/>
    <ds:schemaRef ds:uri="84d5e510-1cfe-4cc2-9709-9214f7a442e4"/>
    <ds:schemaRef ds:uri="b69b0d41-e968-4f84-aa05-99b38bbf7988"/>
    <ds:schemaRef ds:uri="http://www.w3.org/XML/1998/namespace"/>
    <ds:schemaRef ds:uri="c2da75be-b2b1-421e-9f59-64fbb0d06827"/>
    <ds:schemaRef ds:uri="980b5d22-b9af-4df6-9241-e6a12532e42e"/>
  </ds:schemaRefs>
</ds:datastoreItem>
</file>

<file path=customXml/itemProps2.xml><?xml version="1.0" encoding="utf-8"?>
<ds:datastoreItem xmlns:ds="http://schemas.openxmlformats.org/officeDocument/2006/customXml" ds:itemID="{E7EAE883-13F4-44DE-8896-00885F8EB22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EFE0774-0E42-4483-A087-40F06253223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0b5d22-b9af-4df6-9241-e6a12532e42e"/>
    <ds:schemaRef ds:uri="c2da75be-b2b1-421e-9f59-64fbb0d0682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16902</TotalTime>
  <Words>91</Words>
  <Application>Microsoft Office PowerPoint</Application>
  <PresentationFormat>Widescreen</PresentationFormat>
  <Paragraphs>31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Heather Severino</dc:creator>
  <cp:lastModifiedBy>Heather Severino</cp:lastModifiedBy>
  <cp:revision>189</cp:revision>
  <dcterms:created xsi:type="dcterms:W3CDTF">2024-03-02T16:12:30Z</dcterms:created>
  <dcterms:modified xsi:type="dcterms:W3CDTF">2026-03-14T12:28:08Z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0x010100797C5A17D0602242B2129B72C3ED2C0E</vt:lpwstr>
  </property>
  <property fmtid="{D5CDD505-2E9C-101B-9397-08002B2CF9AE}" pid="3" name="MediaServiceImageTags">
    <vt:lpwstr/>
  </property>
</Properties>
</file>